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5" r:id="rId7"/>
    <p:sldId id="260" r:id="rId8"/>
    <p:sldId id="261" r:id="rId9"/>
    <p:sldId id="262" r:id="rId10"/>
    <p:sldId id="267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DE38C-F569-459F-21E7-1DC1C8235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AA1A51-9EF1-7F05-284B-AF5004318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97EAA-ECE8-0F6C-EEDD-C5C6DDE8C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525EA-2ADC-4692-9FB3-96C6C1A010F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428DF-8560-0EC5-EC0E-4948E77AA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2202A-6922-5EE0-B4E0-DC0EE2956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ACA2A-CBB2-4406-A609-CB53BE28E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2619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9CF9F-5C6C-864A-7726-C9D871553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DE47A-1269-7285-83CA-F10760B89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D7E4A-036F-2801-0993-6B8BDDE25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525EA-2ADC-4692-9FB3-96C6C1A010F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79EF6-0553-69F6-E29D-FB7A7351E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EF4CC-437A-FAD0-4274-DF5AC829D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ACA2A-CBB2-4406-A609-CB53BE28E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920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1FDCB-3C35-3F20-E1EF-F293168A2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06E845-64A3-5C6F-E735-4095A00FF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3E67C-7730-75B0-F4DA-90FF5FB32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525EA-2ADC-4692-9FB3-96C6C1A010F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89E97-EBB2-4D76-F3CA-8ADA4BE10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7EF51-726F-8ABA-018B-6B34A691C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ACA2A-CBB2-4406-A609-CB53BE28E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512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BB87F-FF55-EB6D-4F73-AFDDCFD95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6A11F-0EF1-063B-F465-5CAD1C505E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AA0B37-35C1-EE9F-3DC2-2457C1FA62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69095C-0FA4-748F-98CA-66A97F114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525EA-2ADC-4692-9FB3-96C6C1A010F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F1DFA6-7653-3A54-4326-4BFA4242C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EC183D-6BAE-F7C2-D172-2441F91A1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ACA2A-CBB2-4406-A609-CB53BE28E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5888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AC1B3-0071-2CBB-A937-B68482F46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AB885F-0140-2ACD-C480-1F8721193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CFC4A6-E62A-5807-1F74-F5A0224E94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A9ABED-D65A-475F-119F-90B8309754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422B0E-A3C7-D87C-0EAA-E58CBC540E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34C9D0-A034-B88A-4BE6-C6B326AD9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525EA-2ADC-4692-9FB3-96C6C1A010F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8B4227-5067-E95C-75CD-F6B6AFA53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222CAF-8208-47C1-8248-ED605AC6F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ACA2A-CBB2-4406-A609-CB53BE28E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547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57570-EDF3-36EB-96C2-6EE553569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49860C-208B-1358-BD18-C2689F140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525EA-2ADC-4692-9FB3-96C6C1A010F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C2D02B-8F2F-C0BA-4568-DFE81249F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B50C12-6654-820C-FB95-17E1E7BA7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ACA2A-CBB2-4406-A609-CB53BE28E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6456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33F565-477F-7C78-03BD-D922CD909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525EA-2ADC-4692-9FB3-96C6C1A010F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71D44C-8DFF-E543-D604-9C11634F1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C00611-FF87-4EAC-531B-287E15390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ACA2A-CBB2-4406-A609-CB53BE28E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9575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133A3-D115-5CCD-AD3F-8C6608DFA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5346E-D6DE-8B14-A293-A6ADDD699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5A7C36-BC77-B823-4488-E86FB48C26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E97E06-1987-4C04-BF9C-5D3A8D30E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525EA-2ADC-4692-9FB3-96C6C1A010F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BCD86B-DE5D-FB31-31D3-B957CBB9F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B79EB-314A-B207-FFC7-4BC8C8B7B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ACA2A-CBB2-4406-A609-CB53BE28E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7786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379BB-24A0-CF2E-66D1-E47C5E4EF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0DBA6A-49B4-BCBD-33E0-264B6FAA1B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76ABDB-DFB4-3AA6-DA18-D5604FE62F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2702D-323E-ABDA-DB16-C45EF48F7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525EA-2ADC-4692-9FB3-96C6C1A010F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251C04-D19F-7266-4517-5B4F126CB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35273E-C39D-4816-7D46-FBEC86DDB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ACA2A-CBB2-4406-A609-CB53BE28E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264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479B3-BC71-102B-6F6A-094658891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D596AD-BBB6-007A-7D06-9B1ADD4317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B9BC5-A9F3-17ED-15EB-0534DEFE8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525EA-2ADC-4692-9FB3-96C6C1A010F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A9CF9-A3BD-655B-BC3A-C2A94A7D5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127A0-4872-624C-A973-4A2E5D82D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ACA2A-CBB2-4406-A609-CB53BE28E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3009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B6568B-DE04-A459-0245-5D9006FDED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FF61BC-5987-4AB6-96B9-3A7FC65D5B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8EDD8-4B5C-FAFD-3B29-85B7D9D6D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525EA-2ADC-4692-9FB3-96C6C1A010F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BB751-44AA-A662-FC5F-077331603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787C3E-A9A0-85B8-6629-250125A69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ACA2A-CBB2-4406-A609-CB53BE28E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3939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BC8A25-C753-F4B1-19E1-908150903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1ED37E-CC2B-FA89-8B29-DCF5C5D84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DC1D9-89CB-CF15-9E5B-EB99A12A24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525EA-2ADC-4692-9FB3-96C6C1A010F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8875E-9706-9E9A-F63E-E2518FA9A4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8A3E4-29B2-B336-14F8-458DA0D084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0ACA2A-CBB2-4406-A609-CB53BE28EB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7692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76257-97F5-3204-3C96-FF77DE38F4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10467109" cy="2387600"/>
          </a:xfrm>
        </p:spPr>
        <p:txBody>
          <a:bodyPr/>
          <a:lstStyle/>
          <a:p>
            <a:r>
              <a:rPr lang="en-IN" dirty="0" err="1"/>
              <a:t>BigQuery</a:t>
            </a:r>
            <a:r>
              <a:rPr lang="en-IN" dirty="0"/>
              <a:t> Connections-MySQL</a:t>
            </a:r>
          </a:p>
        </p:txBody>
      </p:sp>
    </p:spTree>
    <p:extLst>
      <p:ext uri="{BB962C8B-B14F-4D97-AF65-F5344CB8AC3E}">
        <p14:creationId xmlns:p14="http://schemas.microsoft.com/office/powerpoint/2010/main" val="3718286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8706C6-893A-951E-2FC8-4D00646B6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774"/>
            <a:ext cx="12192000" cy="5028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016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ABE6B8-306F-3230-4DA5-C05872455C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64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960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3224071-4247-0FC3-13D9-489135310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047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FF769D-349A-6E43-A79A-88B4D2BE5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42720" cy="35536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AEC84C-0AD1-61A6-5D44-61B7907A7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863" y="182771"/>
            <a:ext cx="5646243" cy="34540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8171AA-C0F6-A094-7751-48B727E9F1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756" y="3782291"/>
            <a:ext cx="7964011" cy="27549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764211F-E683-E68F-7564-843EC5400E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32012"/>
            <a:ext cx="12192000" cy="599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465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4FE43C-DF85-A1A9-0E1D-405B1E03A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9857"/>
            <a:ext cx="12192000" cy="590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523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35E7AD-D3AD-FCA9-35BC-7B14613F0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284" y="232916"/>
            <a:ext cx="6849431" cy="639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353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E84714A-961A-90AA-9BEA-3B2A77BFC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181" y="0"/>
            <a:ext cx="75316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497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AFC859-AFB3-27BF-E6BB-9E524F147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442" y="671127"/>
            <a:ext cx="7097115" cy="551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274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2071E-E568-7D6A-D411-28CFFEC05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2C504-3A3D-F9D7-BD3A-EC3CB53FB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9B50D4-6662-01CB-1E82-814059A61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5430"/>
            <a:ext cx="12192000" cy="6067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054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5B271AA-05A2-42A1-7212-B17E982CB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3777"/>
            <a:ext cx="12192000" cy="589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88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D2E7C-73DC-B25C-D8B5-98DD0A3F9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1804073" cy="662782"/>
          </a:xfrm>
        </p:spPr>
        <p:txBody>
          <a:bodyPr>
            <a:normAutofit fontScale="90000"/>
          </a:bodyPr>
          <a:lstStyle/>
          <a:p>
            <a:r>
              <a:rPr lang="en-IN" dirty="0"/>
              <a:t>MySQL workbench connection with google cloud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34637C-BD17-4FE5-D6BD-98A518878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04" y="1070264"/>
            <a:ext cx="12028591" cy="578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194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</TotalTime>
  <Words>8</Words>
  <Application>Microsoft Office PowerPoint</Application>
  <PresentationFormat>Widescreen</PresentationFormat>
  <Paragraphs>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BigQuery Connections-MySQL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MySQL workbench connection with google cloud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Data Engineering</dc:creator>
  <cp:lastModifiedBy>Rajesh Kumar Devabhaktuni</cp:lastModifiedBy>
  <cp:revision>2</cp:revision>
  <dcterms:created xsi:type="dcterms:W3CDTF">2025-10-30T10:51:49Z</dcterms:created>
  <dcterms:modified xsi:type="dcterms:W3CDTF">2026-02-19T15:59:40Z</dcterms:modified>
</cp:coreProperties>
</file>