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D0EB-E4C9-ABA2-0906-321796AE7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C22A4-304C-D3A9-7CB8-231882B08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69A0A-7D10-E3A6-D4B0-7285484F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8EF49-A5BA-C350-300D-17D737A9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C37C1-E0BE-69F1-EB7C-F248CCF7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09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D8B1-A594-4140-23F4-7326E80E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04E62-A0BB-13F9-2052-A754E72E3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59A03-F592-5054-F938-F0CBCF992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E8DE4-8D97-484E-C3B2-B78F69A8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3FBAC-C282-1F4A-8BE2-1DD7837F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B1E0-8457-33BD-B23E-7B03D225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AB189-7778-D168-4235-344DD6519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62D24-64A9-EA32-467A-55A4D2C9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FD37F-3D1C-74F5-CAD2-C4D6FF6D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A6688-8A38-67A6-50E7-7DD6DDBFC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3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781E-8C53-BB64-7020-D7EF5EBE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FFCC-0437-22C2-3095-9DF683CDD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125DB-583B-16E8-C5B1-2DCF1DA11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B9653-370B-7CBD-9570-704CE12A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B6946-63BA-BACD-76DD-0FFEA4BE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E3ACC-5982-7E57-7BB6-38A4EC15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4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04AD1-D895-88DF-70E8-FEF1C495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9755C-6D98-0640-186E-6FC5DA2B9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BC689-D588-72C2-7E1C-DF15FBFD8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ACD6E-27D2-419F-6952-997F5B1E1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5767B-48DE-94E5-01F3-E29BC7F2F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EE28A-5C3E-1EB0-F7FF-BE4B3518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1C78E3-E3D8-F936-C0CE-4A816179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37CFF-7CE9-1238-08B8-2E8F9487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3B20-337E-A89D-2EF2-93EB6C73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49F9F-B0B4-8F54-A187-6C84ACA7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4BABA-E686-2C47-0F76-09E71973D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BBC4A-D0A2-43B9-FFFA-E586DBC8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3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9D5A6-47C8-CEFD-36EC-54F86FDA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9F0C9-0268-DAAE-3BA0-16ADAD9D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EDA0F-B770-FE5F-1257-0DF217D4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1BFC-DDCD-32EA-6B39-08542B1A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E6AD6-F36B-044F-0800-45DF53CD7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E4FF0-7DD2-2AB1-180E-E27E914E3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68997-E6DA-1026-7596-ECCD9D8C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ECB01-2875-0DF4-4550-3CF13C79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068C4-8855-81EA-927C-57DAA6F8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2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4BADB-9014-EBFB-9ED8-7061E371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9F8AE-37E3-2AD6-6211-8B27DC920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75C3E-97A8-2E22-BB04-3A578658A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6B50B-2909-5454-6710-A04E8C9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FC498-299F-CE99-28B9-7C897C13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F01C0-9935-934D-01DB-17BF56EE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1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12BE-02A3-8C28-2BC6-4F08133B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91DAF-8ABC-73C6-2675-E0DC9E0A0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C9C2F-AE82-5A6B-71C2-BBE254D73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6A78F-E3A6-C879-E7CD-8D05E3B9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60548-18F3-93A1-9DC1-3EDBE240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06725-5B07-5CFD-B96B-B9309F9EB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4A73F-608C-8A9C-151F-C18674220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F0214-8699-D987-3B2A-107A331A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0C0C7-7823-AF87-F1DD-E9590C6A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44B9D-DC11-C534-4080-2D49AD33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0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111DC-CC06-3C82-A934-E74BBDDF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782CD-9F12-AB5D-CA95-3847C88A3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03239-A3A7-EA1F-7258-00726782C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0C599-7D3F-4E08-80DF-CCF901ECC2C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AF6BE-0456-2E12-69F3-40970E3FB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18D65-13DC-507F-906E-70D7E87FC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06542-11DA-4934-9BF7-D4E8AD85F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9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4671-6143-09FE-0492-0BFE459CDA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Lambda</a:t>
            </a:r>
          </a:p>
        </p:txBody>
      </p:sp>
    </p:spTree>
    <p:extLst>
      <p:ext uri="{BB962C8B-B14F-4D97-AF65-F5344CB8AC3E}">
        <p14:creationId xmlns:p14="http://schemas.microsoft.com/office/powerpoint/2010/main" val="104432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D902D-D78A-5736-6F40-A03A1725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AWS Lambda?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5ECF1-53A7-4C6E-8D79-C28470D40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AWS Lambda</a:t>
            </a:r>
            <a:r>
              <a:rPr lang="en-US" dirty="0"/>
              <a:t> is a </a:t>
            </a:r>
            <a:r>
              <a:rPr lang="en-US" b="1" dirty="0"/>
              <a:t>serverless compute service</a:t>
            </a:r>
            <a:r>
              <a:rPr lang="en-US" dirty="0"/>
              <a:t> that lets you run code </a:t>
            </a:r>
            <a:r>
              <a:rPr lang="en-US" b="1" dirty="0"/>
              <a:t>without provisioning or managing servers</a:t>
            </a:r>
            <a:r>
              <a:rPr lang="en-US" dirty="0"/>
              <a:t>.</a:t>
            </a:r>
          </a:p>
          <a:p>
            <a:r>
              <a:rPr lang="en-US" dirty="0"/>
              <a:t>You upload your code, and Lambda:</a:t>
            </a:r>
          </a:p>
          <a:p>
            <a:r>
              <a:rPr lang="en-US" dirty="0"/>
              <a:t>Automatically scales</a:t>
            </a:r>
          </a:p>
          <a:p>
            <a:r>
              <a:rPr lang="en-US" dirty="0"/>
              <a:t>Runs your code in response to events</a:t>
            </a:r>
          </a:p>
          <a:p>
            <a:r>
              <a:rPr lang="en-US" dirty="0"/>
              <a:t>Charges only for execution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4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4155-5CF3-5BF4-5A12-93646609F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Key Features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94476-2DF5-1D45-9E31-2EC68A81B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1107168"/>
            <a:ext cx="10515600" cy="545691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Serverless</a:t>
            </a:r>
            <a:endParaRPr lang="en-US" dirty="0"/>
          </a:p>
          <a:p>
            <a:pPr lvl="1"/>
            <a:r>
              <a:rPr lang="en-US" dirty="0"/>
              <a:t>No server management</a:t>
            </a:r>
          </a:p>
          <a:p>
            <a:pPr lvl="1"/>
            <a:r>
              <a:rPr lang="en-US" dirty="0"/>
              <a:t>No infrastructure provisioning</a:t>
            </a:r>
          </a:p>
          <a:p>
            <a:r>
              <a:rPr lang="en-US" b="1" dirty="0"/>
              <a:t>Event-Driven</a:t>
            </a:r>
            <a:br>
              <a:rPr lang="en-US" dirty="0"/>
            </a:br>
            <a:r>
              <a:rPr lang="en-US" dirty="0"/>
              <a:t>Lambda runs when triggered by:</a:t>
            </a:r>
          </a:p>
          <a:p>
            <a:pPr lvl="1"/>
            <a:r>
              <a:rPr lang="en-US" dirty="0"/>
              <a:t>Amazon S3 (file upload)</a:t>
            </a:r>
          </a:p>
          <a:p>
            <a:pPr lvl="1"/>
            <a:r>
              <a:rPr lang="en-US" dirty="0"/>
              <a:t>Amazon Kinesis (stream data)</a:t>
            </a:r>
          </a:p>
          <a:p>
            <a:pPr lvl="1"/>
            <a:r>
              <a:rPr lang="en-US" dirty="0"/>
              <a:t>Amazon DynamoDB (DB changes)</a:t>
            </a:r>
          </a:p>
          <a:p>
            <a:pPr lvl="1"/>
            <a:r>
              <a:rPr lang="en-US" dirty="0"/>
              <a:t>Amazon API Gateway (HTTP request)</a:t>
            </a:r>
          </a:p>
          <a:p>
            <a:pPr lvl="1"/>
            <a:r>
              <a:rPr lang="en-US" dirty="0"/>
              <a:t>Amazon </a:t>
            </a:r>
            <a:r>
              <a:rPr lang="en-US" dirty="0" err="1"/>
              <a:t>EventBridge</a:t>
            </a:r>
            <a:r>
              <a:rPr lang="en-US" dirty="0"/>
              <a:t> (scheduled/event rules)</a:t>
            </a:r>
          </a:p>
          <a:p>
            <a:r>
              <a:rPr lang="en-US" b="1" dirty="0"/>
              <a:t>Auto Scaling</a:t>
            </a:r>
            <a:endParaRPr lang="en-US" dirty="0"/>
          </a:p>
          <a:p>
            <a:pPr lvl="1"/>
            <a:r>
              <a:rPr lang="en-US" dirty="0"/>
              <a:t>Automatically handles 1 request or 1 million requests</a:t>
            </a:r>
          </a:p>
          <a:p>
            <a:r>
              <a:rPr lang="en-US" b="1" dirty="0"/>
              <a:t>Pay per Use</a:t>
            </a:r>
            <a:endParaRPr lang="en-US" dirty="0"/>
          </a:p>
          <a:p>
            <a:pPr lvl="1"/>
            <a:r>
              <a:rPr lang="en-US" dirty="0"/>
              <a:t>Charged per execution time (milliseconds)</a:t>
            </a:r>
          </a:p>
          <a:p>
            <a:r>
              <a:rPr lang="en-US" b="1" dirty="0"/>
              <a:t>Multiple Languages</a:t>
            </a:r>
            <a:endParaRPr lang="en-US" dirty="0"/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Java</a:t>
            </a:r>
          </a:p>
          <a:p>
            <a:pPr lvl="1"/>
            <a:r>
              <a:rPr lang="en-US" dirty="0"/>
              <a:t>Node.js</a:t>
            </a:r>
          </a:p>
          <a:p>
            <a:pPr lvl="1"/>
            <a:r>
              <a:rPr lang="en-US" dirty="0"/>
              <a:t>C#</a:t>
            </a:r>
          </a:p>
          <a:p>
            <a:pPr lvl="1"/>
            <a:r>
              <a:rPr lang="en-US" dirty="0"/>
              <a:t>Go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22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0AAF-7BF8-E931-D0AA-451ED82D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How Lambda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E91E8-7139-7017-FA08-5AB48D1D3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Event → Lambda Function → Process → Response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📁 Upload file to S3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⚡ Lambda triggers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📊 Process file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dirty="0"/>
              <a:t>💾 Store result in Amazon Kinesis Data Stream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43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BDAD-4F68-8252-B727-2F198AA6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09059"/>
          </a:xfrm>
        </p:spPr>
        <p:txBody>
          <a:bodyPr/>
          <a:lstStyle/>
          <a:p>
            <a:r>
              <a:rPr lang="en-US" dirty="0"/>
              <a:t>Lambda Architecture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481F-EE69-30C0-8806-2413D5FBF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42285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Function – Your code</a:t>
            </a:r>
          </a:p>
          <a:p>
            <a:endParaRPr lang="en-US" dirty="0"/>
          </a:p>
          <a:p>
            <a:r>
              <a:rPr lang="en-US" dirty="0"/>
              <a:t>Trigger – Event source</a:t>
            </a:r>
          </a:p>
          <a:p>
            <a:endParaRPr lang="en-US" dirty="0"/>
          </a:p>
          <a:p>
            <a:r>
              <a:rPr lang="en-US" dirty="0"/>
              <a:t>IAM Role – Permissions</a:t>
            </a:r>
          </a:p>
          <a:p>
            <a:endParaRPr lang="en-US" dirty="0"/>
          </a:p>
          <a:p>
            <a:r>
              <a:rPr lang="en-US" dirty="0"/>
              <a:t>Handler – Entry point method</a:t>
            </a:r>
          </a:p>
          <a:p>
            <a:endParaRPr lang="en-US" dirty="0"/>
          </a:p>
          <a:p>
            <a:r>
              <a:rPr lang="en-US" dirty="0"/>
              <a:t>Execution Role – Access to AWS services</a:t>
            </a:r>
          </a:p>
        </p:txBody>
      </p:sp>
    </p:spTree>
    <p:extLst>
      <p:ext uri="{BB962C8B-B14F-4D97-AF65-F5344CB8AC3E}">
        <p14:creationId xmlns:p14="http://schemas.microsoft.com/office/powerpoint/2010/main" val="205509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B8C6-E70F-02E1-A383-B1327D9D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F5FD-11FB-0B48-AE46-1E15E5CE3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Max execution time: 15 minutes</a:t>
            </a:r>
            <a:br>
              <a:rPr lang="en-US" dirty="0"/>
            </a:br>
            <a:r>
              <a:rPr lang="en-US" dirty="0"/>
              <a:t> Cold start latency</a:t>
            </a:r>
            <a:br>
              <a:rPr lang="en-US" dirty="0"/>
            </a:br>
            <a:r>
              <a:rPr lang="en-US" dirty="0"/>
              <a:t>Limited memory (up to 10 GB)</a:t>
            </a:r>
          </a:p>
        </p:txBody>
      </p:sp>
    </p:spTree>
    <p:extLst>
      <p:ext uri="{BB962C8B-B14F-4D97-AF65-F5344CB8AC3E}">
        <p14:creationId xmlns:p14="http://schemas.microsoft.com/office/powerpoint/2010/main" val="3020208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217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AWS Lambda</vt:lpstr>
      <vt:lpstr>What is AWS Lambda?</vt:lpstr>
      <vt:lpstr>Key Features </vt:lpstr>
      <vt:lpstr>How Lambda Works</vt:lpstr>
      <vt:lpstr>Lambda Architecture Components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2026-02-26T06:46:26Z</dcterms:created>
  <dcterms:modified xsi:type="dcterms:W3CDTF">2026-02-26T06:50:01Z</dcterms:modified>
</cp:coreProperties>
</file>