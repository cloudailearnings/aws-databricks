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B1948-0744-D6A1-BEA2-AAE887133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8BE03-6E2E-B1DC-13C3-99ACF3D0D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8388-316D-3DE6-B0DB-8020AA12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73245-321B-2D98-C217-18F51F89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6BF08-C01E-B314-2476-3F921348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792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3526-5E7E-18B4-E26B-BE7B3F83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5815-FCCF-BE37-7B94-20C2C7A2A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DDBED-107A-AF6D-327C-CEDA3A6B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E327-64E8-245A-FA1B-2EE56CAA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C18AB-2F8E-DD22-B5C4-A0CF14FB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4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283A-C9D9-3C77-5ABC-5C32D495B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0C5AB-2116-6806-EA42-11AE95A33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308A8-B46E-5211-D045-493A7B76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DAD44-A4EB-962E-C3F4-306FF4F6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7F7C4-60DF-B485-7A9D-6EFBCD88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9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0BB5-7568-0D03-1E61-69CD89AA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6B61A-9B64-A3DB-2854-54082D1EF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E7648-9274-6D10-ACB6-277543E41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23AA16-9471-6D19-BE1A-C6AA9FEBC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34F71-D64F-BC6A-F384-0D1E28337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74579-D774-23CB-5F61-C2B7282D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3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3572-8C4B-5FB7-61C7-C5A9DAE8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59A03-5CD5-C9A8-D76D-BD61AF10A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A492C-F3B8-CDC6-71AA-0E0B5D96E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F5B97-967C-DB58-3906-0553AE716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165F0F-8DAC-104F-F320-4EE6F1A14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73F8C8-D05B-6B05-4C9B-10E2B1F6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92871-0FD9-6F9D-A375-03321F33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C3581-2963-5836-ACBB-7AD3AFDC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9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99B8-06C0-2519-7BEE-3438201E7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88A25-7ED9-29FF-A4A6-D35FD67F4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D20CA-0B4C-A277-9260-3BDABC77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82884-3074-12C7-E802-83953544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1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097AEA-BF90-E3A8-4860-7DAA44CD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59F01-805F-C186-6231-C96EF8BE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0B427-7427-0279-E291-55A3C318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ADFF6-E148-C1BE-CA65-D30F2EA5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F643-609F-FA7B-FFD6-C0B428EBF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EE41D-5EE3-9EC5-94BF-0F843715D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B005D-8709-DF38-FD08-0B87C9C6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05AD5-3CC1-AE8E-2309-3E34B7A8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9036A-7863-6ACF-7E99-1C2A07BC8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6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3C74-21A9-47EC-614B-B70845EED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57802-8BE5-4E01-A410-876E1CA88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69D17-5154-35CF-3C26-82EB3A8CF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8B465-C819-FC97-35F1-B29F0B537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C3F10-B30C-3486-E1E7-5ADC1AFE7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469AA-43A1-5C70-5B71-90A49E2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6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8F731-F336-6D0C-E963-8D53E1A3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ED73F-431A-B449-95DB-E3E25AE8A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A3EEC-A0AE-6CBF-2FA2-F06F75A2C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330C2-C578-DE26-1E5F-9423BB5A3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A4D27-AF98-DD9B-5B5A-8F7075FD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674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98F0D6-C0F2-8C95-2B9D-B56B93B64E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35EC9-6190-BAC9-582C-2FBC35EBB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02F4-F652-2FFF-861C-F801D7E8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49EAE-DDD7-587E-514E-2C8725FC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016C1-10BB-145D-03E5-D21ABA938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0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CDE2A6-3189-FCF7-16D4-5C55CE45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0DA41-C1D8-6E37-35F7-537E9E74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F3F79-4A7E-7454-83BA-0E470CACF6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D1F9D-03C9-4E4B-8F4D-8E36B037BB8A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D1F8A-BF7C-560D-15A4-0088D5470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2F496-653C-52A2-E673-8ED9737EF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64BA5-0D7A-4274-999B-7D8B3084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C37DB-E81A-5E2C-F949-D068D5459C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Amazon Kinesis</a:t>
            </a:r>
          </a:p>
        </p:txBody>
      </p:sp>
    </p:spTree>
    <p:extLst>
      <p:ext uri="{BB962C8B-B14F-4D97-AF65-F5344CB8AC3E}">
        <p14:creationId xmlns:p14="http://schemas.microsoft.com/office/powerpoint/2010/main" val="381633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F736C-DFB6-1EC3-8D76-39F654B61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AWS Kinesis?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95BCC-63D6-3B6D-7BFB-0A23D5378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Amazon Kinesis</a:t>
            </a:r>
            <a:r>
              <a:rPr lang="en-US" dirty="0"/>
              <a:t> is a </a:t>
            </a:r>
            <a:r>
              <a:rPr lang="en-US" b="1" dirty="0"/>
              <a:t>real-time data streaming service</a:t>
            </a:r>
            <a:r>
              <a:rPr lang="en-US" dirty="0"/>
              <a:t> provided by Amazon Web Services that collects, processes, and analyzes streaming data at scale.</a:t>
            </a:r>
          </a:p>
          <a:p>
            <a:r>
              <a:rPr lang="en-US" dirty="0"/>
              <a:t>It is used for:</a:t>
            </a:r>
          </a:p>
          <a:p>
            <a:r>
              <a:rPr lang="en-US" dirty="0"/>
              <a:t>Real-time analytics</a:t>
            </a:r>
          </a:p>
          <a:p>
            <a:r>
              <a:rPr lang="en-US" dirty="0"/>
              <a:t>Log &amp; event processing</a:t>
            </a:r>
          </a:p>
          <a:p>
            <a:r>
              <a:rPr lang="en-US" dirty="0"/>
              <a:t>IoT data ingestion</a:t>
            </a:r>
          </a:p>
          <a:p>
            <a:r>
              <a:rPr lang="en-US" dirty="0"/>
              <a:t>Clickstream analysis</a:t>
            </a:r>
          </a:p>
          <a:p>
            <a:r>
              <a:rPr lang="en-US" dirty="0"/>
              <a:t>Financial transactions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0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C4F7-E9C3-FC88-8922-5C956404E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Kinesis Family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14B36-2C35-E834-B0A7-9EAF1C65C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Amazon Kinesis Data Streams (KDS)</a:t>
            </a:r>
          </a:p>
          <a:p>
            <a:r>
              <a:rPr lang="en-US" dirty="0"/>
              <a:t>Capture real-time data streams</a:t>
            </a:r>
          </a:p>
          <a:p>
            <a:r>
              <a:rPr lang="en-US" dirty="0"/>
              <a:t>Data stored in </a:t>
            </a:r>
            <a:r>
              <a:rPr lang="en-US" b="1" dirty="0"/>
              <a:t>shards</a:t>
            </a:r>
            <a:endParaRPr lang="en-US" dirty="0"/>
          </a:p>
          <a:p>
            <a:r>
              <a:rPr lang="en-US" dirty="0"/>
              <a:t>Retention: 24 hours to 365 days</a:t>
            </a:r>
          </a:p>
          <a:p>
            <a:r>
              <a:rPr lang="en-US" dirty="0"/>
              <a:t>Consumers: Lambda, Spark, </a:t>
            </a:r>
            <a:r>
              <a:rPr lang="en-US" dirty="0" err="1"/>
              <a:t>Flink,DATA</a:t>
            </a:r>
            <a:r>
              <a:rPr lang="en-US" dirty="0"/>
              <a:t> FIREHOSE</a:t>
            </a:r>
          </a:p>
          <a:p>
            <a:r>
              <a:rPr lang="en-US" dirty="0"/>
              <a:t>Use case: Real-time fraud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269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0462-C2E1-6DF0-8016-C98B7CE2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Kinesis Family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037B4-56D3-8E7F-F572-3B5C295EB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Amazon Kinesis Data Firehose</a:t>
            </a:r>
          </a:p>
          <a:p>
            <a:r>
              <a:rPr lang="en-US" dirty="0"/>
              <a:t>Fully managed delivery service</a:t>
            </a:r>
          </a:p>
          <a:p>
            <a:r>
              <a:rPr lang="en-US" dirty="0"/>
              <a:t>Automatically loads data into:</a:t>
            </a:r>
          </a:p>
          <a:p>
            <a:pPr lvl="1"/>
            <a:r>
              <a:rPr lang="en-US" dirty="0"/>
              <a:t>Amazon S3</a:t>
            </a:r>
          </a:p>
          <a:p>
            <a:pPr lvl="1"/>
            <a:r>
              <a:rPr lang="en-US" dirty="0"/>
              <a:t>Amazon Redshift</a:t>
            </a:r>
          </a:p>
          <a:p>
            <a:pPr lvl="1"/>
            <a:r>
              <a:rPr lang="en-US" dirty="0"/>
              <a:t>Amazon OpenSearch Service</a:t>
            </a:r>
          </a:p>
          <a:p>
            <a:r>
              <a:rPr lang="en-US" dirty="0"/>
              <a:t>No shard management required</a:t>
            </a:r>
          </a:p>
          <a:p>
            <a:pPr marL="0" indent="0">
              <a:buNone/>
            </a:pPr>
            <a:r>
              <a:rPr lang="en-US" dirty="0"/>
              <a:t> Use case: Load application logs into S3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12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5730-D128-8E7E-133F-C4E1ACCAA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Kinesis Family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5A14C-66C5-30B4-D4B0-D9653B1B5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Amazon Managed Service for Apache Flink</a:t>
            </a:r>
          </a:p>
          <a:p>
            <a:r>
              <a:rPr lang="en-US" dirty="0"/>
              <a:t>Real-time stream processing</a:t>
            </a:r>
          </a:p>
          <a:p>
            <a:r>
              <a:rPr lang="en-US" dirty="0"/>
              <a:t>SQL or Apache Flink-based applications</a:t>
            </a:r>
          </a:p>
          <a:p>
            <a:r>
              <a:rPr lang="en-US" dirty="0"/>
              <a:t>Stateful processing with windows</a:t>
            </a:r>
          </a:p>
          <a:p>
            <a:pPr marL="0" indent="0">
              <a:buNone/>
            </a:pPr>
            <a:r>
              <a:rPr lang="en-US" dirty="0"/>
              <a:t> Use case: Real-time metrics dashboard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8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721A-78A8-EBFA-7AD4-134235F53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65516"/>
          </a:xfrm>
        </p:spPr>
        <p:txBody>
          <a:bodyPr/>
          <a:lstStyle/>
          <a:p>
            <a:r>
              <a:rPr lang="en-US" dirty="0"/>
              <a:t>How Kinesis Data Streams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9F328-74EB-3A69-7924-038D54CDC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" y="1253330"/>
            <a:ext cx="11974286" cy="55864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Producers → Kinesis Stream (Shards) → Consumers → Storage/Analytics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Components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Producer</a:t>
            </a:r>
          </a:p>
          <a:p>
            <a:r>
              <a:rPr lang="en-US" dirty="0"/>
              <a:t>Application sending data</a:t>
            </a:r>
          </a:p>
          <a:p>
            <a:r>
              <a:rPr lang="en-US" dirty="0"/>
              <a:t>IoT devices</a:t>
            </a:r>
          </a:p>
          <a:p>
            <a:r>
              <a:rPr lang="en-US" dirty="0"/>
              <a:t>Logs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Shard</a:t>
            </a:r>
          </a:p>
          <a:p>
            <a:r>
              <a:rPr lang="en-US" dirty="0"/>
              <a:t>Unit of throughput</a:t>
            </a:r>
          </a:p>
          <a:p>
            <a:r>
              <a:rPr lang="en-US" dirty="0"/>
              <a:t>1 shard =</a:t>
            </a:r>
          </a:p>
          <a:p>
            <a:pPr lvl="1"/>
            <a:r>
              <a:rPr lang="en-US" dirty="0"/>
              <a:t>1 MB/sec write</a:t>
            </a:r>
          </a:p>
          <a:p>
            <a:pPr lvl="1"/>
            <a:r>
              <a:rPr lang="en-US" dirty="0"/>
              <a:t>2 MB/sec read</a:t>
            </a:r>
          </a:p>
          <a:p>
            <a:pPr lvl="1"/>
            <a:r>
              <a:rPr lang="en-US" dirty="0"/>
              <a:t>1000 records/sec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480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8CAA-39EC-6525-EC05-B2B4DCDF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kinesis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8ED32-78A9-7625-7B17-4A7164289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Consumer</a:t>
            </a:r>
          </a:p>
          <a:p>
            <a:r>
              <a:rPr lang="en-US" dirty="0"/>
              <a:t>Kinesis Data Firehose</a:t>
            </a:r>
          </a:p>
          <a:p>
            <a:r>
              <a:rPr lang="en-US" dirty="0"/>
              <a:t>AWS Lambda</a:t>
            </a:r>
          </a:p>
          <a:p>
            <a:r>
              <a:rPr lang="en-US" dirty="0"/>
              <a:t>Spark Streaming</a:t>
            </a:r>
          </a:p>
          <a:p>
            <a:r>
              <a:rPr lang="en-US" dirty="0"/>
              <a:t>Flink</a:t>
            </a:r>
          </a:p>
          <a:p>
            <a:r>
              <a:rPr lang="en-US" dirty="0"/>
              <a:t>Custom 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890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FA992-9DB7-60E9-3C9C-45B598632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Kinesis?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77F4-1F19-59F2-E42E-A15603EF3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Kinesis when you need:</a:t>
            </a:r>
          </a:p>
          <a:p>
            <a:pPr marL="0" indent="0">
              <a:buNone/>
            </a:pPr>
            <a:r>
              <a:rPr lang="en-US" dirty="0"/>
              <a:t>✔ Real-time data processing</a:t>
            </a:r>
            <a:br>
              <a:rPr lang="en-US" dirty="0"/>
            </a:br>
            <a:r>
              <a:rPr lang="en-US" dirty="0"/>
              <a:t>✔ High-throughput streaming</a:t>
            </a:r>
            <a:br>
              <a:rPr lang="en-US" dirty="0"/>
            </a:br>
            <a:r>
              <a:rPr lang="en-US" dirty="0"/>
              <a:t>✔ Event-driven architecture</a:t>
            </a:r>
            <a:br>
              <a:rPr lang="en-US" dirty="0"/>
            </a:br>
            <a:r>
              <a:rPr lang="en-US" dirty="0"/>
              <a:t>✔ Integration with Lambda &amp; S3</a:t>
            </a:r>
            <a:br>
              <a:rPr lang="en-US" dirty="0"/>
            </a:br>
            <a:r>
              <a:rPr lang="en-US" dirty="0"/>
              <a:t>✔ Time-window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040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2641-5909-9C06-212E-391084D9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Kinesis Data Firehose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5EF0-374B-5915-D8CC-594B30DDE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Kinesis Data Firehose?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Amazon Kinesis Data Firehose</a:t>
            </a:r>
            <a:r>
              <a:rPr lang="en-US" dirty="0"/>
              <a:t> is a </a:t>
            </a:r>
            <a:r>
              <a:rPr lang="en-US" b="1" dirty="0"/>
              <a:t>fully managed service</a:t>
            </a:r>
            <a:r>
              <a:rPr lang="en-US" dirty="0"/>
              <a:t> from Amazon Web Services that automatically captures, transforms, and loads streaming data into storage or analytics services.</a:t>
            </a:r>
          </a:p>
        </p:txBody>
      </p:sp>
    </p:spTree>
    <p:extLst>
      <p:ext uri="{BB962C8B-B14F-4D97-AF65-F5344CB8AC3E}">
        <p14:creationId xmlns:p14="http://schemas.microsoft.com/office/powerpoint/2010/main" val="354207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897B-46BE-A32D-EEFA-628B2F2B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Firehose Does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B522F-C85F-8DB4-3FB4-A7E51365B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Producers → Firehose → (Optional Transform) → Destination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Firehose</a:t>
            </a:r>
            <a:r>
              <a:rPr lang="en-US" dirty="0"/>
              <a:t>:</a:t>
            </a:r>
          </a:p>
          <a:p>
            <a:r>
              <a:rPr lang="en-US" dirty="0"/>
              <a:t>Buffers streaming data</a:t>
            </a:r>
          </a:p>
          <a:p>
            <a:r>
              <a:rPr lang="en-US" dirty="0"/>
              <a:t>Optionally transforms it</a:t>
            </a:r>
          </a:p>
          <a:p>
            <a:r>
              <a:rPr lang="en-US" dirty="0"/>
              <a:t>Automatically delivers it to destination</a:t>
            </a:r>
          </a:p>
          <a:p>
            <a:r>
              <a:rPr lang="en-US" dirty="0"/>
              <a:t>Scales automatically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6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20EA-90C3-793C-3A7F-C168A9C1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9AFDA-6290-D8FC-0C0C-22686987D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Fully Managed</a:t>
            </a:r>
          </a:p>
          <a:p>
            <a:r>
              <a:rPr lang="en-US" dirty="0"/>
              <a:t>No shard management</a:t>
            </a:r>
          </a:p>
          <a:p>
            <a:r>
              <a:rPr lang="en-US" dirty="0"/>
              <a:t>Auto scaling</a:t>
            </a:r>
          </a:p>
          <a:p>
            <a:pPr marL="0" indent="0">
              <a:buNone/>
            </a:pPr>
            <a:r>
              <a:rPr lang="en-US" b="1" dirty="0"/>
              <a:t>Automatic Buffering</a:t>
            </a:r>
          </a:p>
          <a:p>
            <a:r>
              <a:rPr lang="en-US" dirty="0"/>
              <a:t>Buffer by:</a:t>
            </a:r>
          </a:p>
          <a:p>
            <a:pPr lvl="1"/>
            <a:r>
              <a:rPr lang="en-US" dirty="0"/>
              <a:t>Size (1MB–128MB)</a:t>
            </a:r>
          </a:p>
          <a:p>
            <a:pPr lvl="1"/>
            <a:r>
              <a:rPr lang="en-US" dirty="0"/>
              <a:t>Time (60–900 seconds)</a:t>
            </a:r>
          </a:p>
          <a:p>
            <a:pPr marL="0" indent="0">
              <a:buNone/>
            </a:pPr>
            <a:r>
              <a:rPr lang="en-US" b="1" dirty="0"/>
              <a:t> Data Transformation</a:t>
            </a:r>
          </a:p>
          <a:p>
            <a:r>
              <a:rPr lang="en-US" dirty="0"/>
              <a:t>Using AWS Lambda</a:t>
            </a:r>
          </a:p>
          <a:p>
            <a:r>
              <a:rPr lang="en-US" dirty="0"/>
              <a:t>Convert JSON → Parquet</a:t>
            </a:r>
          </a:p>
          <a:p>
            <a:r>
              <a:rPr lang="en-US" dirty="0"/>
              <a:t>Data cleansing</a:t>
            </a:r>
          </a:p>
          <a:p>
            <a:r>
              <a:rPr lang="en-US" dirty="0"/>
              <a:t>Filtering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963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DA37F-65BC-64C1-1B6C-E5350721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0B5B6-ED3A-3D46-DE2B-1F151F847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Data Format Conversion</a:t>
            </a:r>
          </a:p>
          <a:p>
            <a:r>
              <a:rPr lang="en-US" dirty="0"/>
              <a:t>Convert to:</a:t>
            </a:r>
          </a:p>
          <a:p>
            <a:pPr lvl="1"/>
            <a:r>
              <a:rPr lang="en-US" dirty="0"/>
              <a:t>Parquet</a:t>
            </a:r>
          </a:p>
          <a:p>
            <a:pPr lvl="1"/>
            <a:r>
              <a:rPr lang="en-US" dirty="0"/>
              <a:t>ORC</a:t>
            </a:r>
          </a:p>
          <a:p>
            <a:r>
              <a:rPr lang="en-US" dirty="0"/>
              <a:t>Works with:</a:t>
            </a:r>
          </a:p>
          <a:p>
            <a:pPr lvl="1"/>
            <a:r>
              <a:rPr lang="en-US" dirty="0"/>
              <a:t>AWS Glue Data Catalog</a:t>
            </a:r>
          </a:p>
          <a:p>
            <a:pPr marL="0" indent="0">
              <a:buNone/>
            </a:pPr>
            <a:r>
              <a:rPr lang="en-US" b="1" dirty="0"/>
              <a:t> Encryption</a:t>
            </a:r>
          </a:p>
          <a:p>
            <a:r>
              <a:rPr lang="en-US" dirty="0"/>
              <a:t>SSE-S3</a:t>
            </a:r>
          </a:p>
          <a:p>
            <a:r>
              <a:rPr lang="en-US" dirty="0"/>
              <a:t>SSE-KMS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977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F002-5A05-E324-2616-72A4897F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Destinations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7EAA2-E2AF-2D48-7B91-A68BC7D08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Firehose can deliver data to:</a:t>
            </a:r>
          </a:p>
          <a:p>
            <a:r>
              <a:rPr lang="en-US" dirty="0"/>
              <a:t>Amazon S3</a:t>
            </a:r>
          </a:p>
          <a:p>
            <a:r>
              <a:rPr lang="en-US" dirty="0"/>
              <a:t>Amazon Redshift</a:t>
            </a:r>
          </a:p>
          <a:p>
            <a:r>
              <a:rPr lang="en-US" dirty="0"/>
              <a:t>Amazon OpenSearch Service</a:t>
            </a:r>
          </a:p>
          <a:p>
            <a:r>
              <a:rPr lang="en-US" dirty="0"/>
              <a:t>Splunk</a:t>
            </a:r>
          </a:p>
          <a:p>
            <a:r>
              <a:rPr lang="en-US" dirty="0"/>
              <a:t>Datadog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586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03985-A9AF-90ED-F9F1-CD30D40A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>
            <a:normAutofit/>
          </a:bodyPr>
          <a:lstStyle/>
          <a:p>
            <a:r>
              <a:rPr lang="en-US" sz="4000"/>
              <a:t>Firehose vs Kinesis Data Streams	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447524-ECCD-1B4B-58CB-B5AE389C5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5465580"/>
              </p:ext>
            </p:extLst>
          </p:nvPr>
        </p:nvGraphicFramePr>
        <p:xfrm>
          <a:off x="1556554" y="3008354"/>
          <a:ext cx="9081661" cy="3147284"/>
        </p:xfrm>
        <a:graphic>
          <a:graphicData uri="http://schemas.openxmlformats.org/drawingml/2006/table">
            <a:tbl>
              <a:tblPr/>
              <a:tblGrid>
                <a:gridCol w="3388575">
                  <a:extLst>
                    <a:ext uri="{9D8B030D-6E8A-4147-A177-3AD203B41FA5}">
                      <a16:colId xmlns:a16="http://schemas.microsoft.com/office/drawing/2014/main" val="5556771"/>
                    </a:ext>
                  </a:extLst>
                </a:gridCol>
                <a:gridCol w="2496845">
                  <a:extLst>
                    <a:ext uri="{9D8B030D-6E8A-4147-A177-3AD203B41FA5}">
                      <a16:colId xmlns:a16="http://schemas.microsoft.com/office/drawing/2014/main" val="1748724588"/>
                    </a:ext>
                  </a:extLst>
                </a:gridCol>
                <a:gridCol w="3196241">
                  <a:extLst>
                    <a:ext uri="{9D8B030D-6E8A-4147-A177-3AD203B41FA5}">
                      <a16:colId xmlns:a16="http://schemas.microsoft.com/office/drawing/2014/main" val="3529619921"/>
                    </a:ext>
                  </a:extLst>
                </a:gridCol>
              </a:tblGrid>
              <a:tr h="553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highlight>
                            <a:srgbClr val="FFFF00"/>
                          </a:highlight>
                        </a:rPr>
                        <a:t>Firehose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highlight>
                            <a:srgbClr val="FFFF00"/>
                          </a:highlight>
                        </a:rPr>
                        <a:t>Data Streams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8368995"/>
                  </a:ext>
                </a:extLst>
              </a:tr>
              <a:tr h="931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Management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Fully managed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Shard management required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18269"/>
                  </a:ext>
                </a:extLst>
              </a:tr>
              <a:tr h="553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Real-time processing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Near real-time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Real-time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250603"/>
                  </a:ext>
                </a:extLst>
              </a:tr>
              <a:tr h="553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Custom consumers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Limited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Full control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61884"/>
                  </a:ext>
                </a:extLst>
              </a:tr>
              <a:tr h="553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Best for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Data loading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Streaming apps</a:t>
                      </a:r>
                    </a:p>
                  </a:txBody>
                  <a:tcPr marL="125891" marR="125891" marT="62946" marB="629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28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150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2792-F734-B0E8-0B87-362772D5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Firehose?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3C5FD-4A51-BC0E-95A0-A7E97FC92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Firehose when:</a:t>
            </a:r>
          </a:p>
          <a:p>
            <a:pPr marL="0" indent="0">
              <a:buNone/>
            </a:pPr>
            <a:r>
              <a:rPr lang="en-US" dirty="0"/>
              <a:t>✔ You want simple setup</a:t>
            </a:r>
            <a:br>
              <a:rPr lang="en-US" dirty="0"/>
            </a:br>
            <a:r>
              <a:rPr lang="en-US" dirty="0"/>
              <a:t>✔ You want automatic delivery to S3/Redshift</a:t>
            </a:r>
            <a:br>
              <a:rPr lang="en-US" dirty="0"/>
            </a:br>
            <a:r>
              <a:rPr lang="en-US" dirty="0"/>
              <a:t>✔ You don't need complex stream processing</a:t>
            </a:r>
            <a:br>
              <a:rPr lang="en-US" dirty="0"/>
            </a:br>
            <a:r>
              <a:rPr lang="en-US" dirty="0"/>
              <a:t>✔ You want format conversion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74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464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Amazon Kinesis</vt:lpstr>
      <vt:lpstr>What is AWS Kinesis?</vt:lpstr>
      <vt:lpstr>Kinesis Family Services</vt:lpstr>
      <vt:lpstr>Kinesis Family Services</vt:lpstr>
      <vt:lpstr>Kinesis Family Services</vt:lpstr>
      <vt:lpstr>How Kinesis Data Streams Works</vt:lpstr>
      <vt:lpstr>Aws kinesis Components</vt:lpstr>
      <vt:lpstr>When to Use Kinesis?</vt:lpstr>
      <vt:lpstr>Amazon Kinesis Data Firehose</vt:lpstr>
      <vt:lpstr>What Firehose Does </vt:lpstr>
      <vt:lpstr>Key Features</vt:lpstr>
      <vt:lpstr>PowerPoint Presentation</vt:lpstr>
      <vt:lpstr>Supported Destinations</vt:lpstr>
      <vt:lpstr>Firehose vs Kinesis Data Streams </vt:lpstr>
      <vt:lpstr>When to Use Firehose?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3</cp:revision>
  <dcterms:created xsi:type="dcterms:W3CDTF">2026-02-26T06:56:21Z</dcterms:created>
  <dcterms:modified xsi:type="dcterms:W3CDTF">2026-02-26T09:36:38Z</dcterms:modified>
</cp:coreProperties>
</file>