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2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5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9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6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5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5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5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5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0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3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A4BE0F-74F6-75D9-1215-CFCE690D3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85" b="334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6C759-797F-E9B3-E23A-6F2069DC8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 fontScale="90000"/>
          </a:bodyPr>
          <a:lstStyle/>
          <a:p>
            <a:r>
              <a:rPr lang="en-US" sz="6000" dirty="0"/>
              <a:t>Amazon S3 (Simple Storage Service)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0298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2B0C-9F14-4ACE-73F0-5D6763618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51" y="-131935"/>
            <a:ext cx="11155680" cy="915706"/>
          </a:xfrm>
        </p:spPr>
        <p:txBody>
          <a:bodyPr/>
          <a:lstStyle/>
          <a:p>
            <a:r>
              <a:rPr lang="en-US" dirty="0"/>
              <a:t>What is AWS S3?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E57E-0321-6691-177D-BFFC7897A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174350"/>
            <a:ext cx="11155680" cy="500873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Amazon S3</a:t>
            </a:r>
            <a:r>
              <a:rPr lang="en-US" dirty="0"/>
              <a:t> is a </a:t>
            </a:r>
            <a:r>
              <a:rPr lang="en-US" b="1" dirty="0"/>
              <a:t>scalable object storage service</a:t>
            </a:r>
            <a:r>
              <a:rPr lang="en-US" dirty="0"/>
              <a:t> provided by Amazon Web Services for storing and retrieving any amount of data from anywhere.</a:t>
            </a:r>
          </a:p>
          <a:p>
            <a:r>
              <a:rPr lang="en-US" dirty="0"/>
              <a:t>It is commonly used for:</a:t>
            </a:r>
          </a:p>
          <a:p>
            <a:r>
              <a:rPr lang="en-US" dirty="0"/>
              <a:t>Data lakes</a:t>
            </a:r>
          </a:p>
          <a:p>
            <a:r>
              <a:rPr lang="en-US" dirty="0"/>
              <a:t>Backups</a:t>
            </a:r>
          </a:p>
          <a:p>
            <a:r>
              <a:rPr lang="en-US" dirty="0"/>
              <a:t>Static website hosting</a:t>
            </a:r>
          </a:p>
          <a:p>
            <a:r>
              <a:rPr lang="en-US" dirty="0"/>
              <a:t>Log storage</a:t>
            </a:r>
          </a:p>
          <a:p>
            <a:r>
              <a:rPr lang="en-US" dirty="0"/>
              <a:t>Big data &amp;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2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71E0-EBBD-EF25-6695-DD7458D1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79" y="0"/>
            <a:ext cx="11155680" cy="643563"/>
          </a:xfrm>
        </p:spPr>
        <p:txBody>
          <a:bodyPr>
            <a:normAutofit fontScale="90000"/>
          </a:bodyPr>
          <a:lstStyle/>
          <a:p>
            <a:r>
              <a:rPr lang="en-US" dirty="0"/>
              <a:t>Key Concepts in 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88695-6443-BAF8-AD5E-C06DB94D8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79" y="1545336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highlight>
                  <a:srgbClr val="FFFF00"/>
                </a:highlight>
              </a:rPr>
              <a:t>Bucket</a:t>
            </a:r>
          </a:p>
          <a:p>
            <a:r>
              <a:rPr lang="en-US" dirty="0"/>
              <a:t>A container for storing objects</a:t>
            </a:r>
          </a:p>
          <a:p>
            <a:r>
              <a:rPr lang="en-US" dirty="0"/>
              <a:t>Globally unique name</a:t>
            </a:r>
          </a:p>
          <a:p>
            <a:r>
              <a:rPr lang="en-US" dirty="0"/>
              <a:t>Created in a specific AWS Region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my-company-data-bucket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2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2437D-173B-F7CB-C96E-135E6AB8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956637"/>
            <a:ext cx="11155680" cy="37673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highlight>
                  <a:srgbClr val="FFFF00"/>
                </a:highlight>
              </a:rPr>
              <a:t>Object</a:t>
            </a:r>
          </a:p>
          <a:p>
            <a:r>
              <a:rPr lang="en-US" dirty="0"/>
              <a:t>Actual file stored in S3</a:t>
            </a:r>
          </a:p>
          <a:p>
            <a:r>
              <a:rPr lang="en-US" dirty="0"/>
              <a:t>Consists of:</a:t>
            </a:r>
          </a:p>
          <a:p>
            <a:pPr lvl="1"/>
            <a:r>
              <a:rPr lang="en-US" dirty="0"/>
              <a:t>Key (file name)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Metadata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r>
              <a:rPr lang="en-US" dirty="0"/>
              <a:t>employee.csv</a:t>
            </a:r>
            <a:br>
              <a:rPr lang="en-US" dirty="0"/>
            </a:br>
            <a:r>
              <a:rPr lang="en-US" dirty="0"/>
              <a:t>images/logo.png</a:t>
            </a:r>
            <a:br>
              <a:rPr lang="en-US" dirty="0"/>
            </a:br>
            <a:r>
              <a:rPr lang="en-US" dirty="0"/>
              <a:t>logs/2026/02/app.log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8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40E9B-7F31-737C-86D4-AB18977C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Storage Classes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28815C-1B6B-C68C-20FE-C123A1ADA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401325"/>
              </p:ext>
            </p:extLst>
          </p:nvPr>
        </p:nvGraphicFramePr>
        <p:xfrm>
          <a:off x="4232366" y="1427544"/>
          <a:ext cx="7438427" cy="4101824"/>
        </p:xfrm>
        <a:graphic>
          <a:graphicData uri="http://schemas.openxmlformats.org/drawingml/2006/table">
            <a:tbl>
              <a:tblPr/>
              <a:tblGrid>
                <a:gridCol w="3589737">
                  <a:extLst>
                    <a:ext uri="{9D8B030D-6E8A-4147-A177-3AD203B41FA5}">
                      <a16:colId xmlns:a16="http://schemas.microsoft.com/office/drawing/2014/main" val="2095394959"/>
                    </a:ext>
                  </a:extLst>
                </a:gridCol>
                <a:gridCol w="3848690">
                  <a:extLst>
                    <a:ext uri="{9D8B030D-6E8A-4147-A177-3AD203B41FA5}">
                      <a16:colId xmlns:a16="http://schemas.microsoft.com/office/drawing/2014/main" val="2979519480"/>
                    </a:ext>
                  </a:extLst>
                </a:gridCol>
              </a:tblGrid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Storage Class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1" i="0" u="none" strike="noStrike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Use Case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661536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Standard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Frequently accessed data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765024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Intelligent-Tiering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Auto cost optimization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005825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Standard-IA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Infrequent access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231391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One Zone-IA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Infrequent, single AZ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53309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Glacier Instant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Archive with quick retrieval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652460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Glacier Flexible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Long-term archive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090119"/>
                  </a:ext>
                </a:extLst>
              </a:tr>
              <a:tr h="5127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>
                          <a:effectLst/>
                          <a:latin typeface="Arial" panose="020B0604020202020204" pitchFamily="34" charset="0"/>
                        </a:rPr>
                        <a:t>S3 Glacier Deep Archive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b="0" i="0" u="none" strike="noStrike" dirty="0">
                          <a:effectLst/>
                          <a:latin typeface="Arial" panose="020B0604020202020204" pitchFamily="34" charset="0"/>
                        </a:rPr>
                        <a:t>Lowest-cost archive</a:t>
                      </a:r>
                    </a:p>
                  </a:txBody>
                  <a:tcPr marL="116529" marR="116529" marT="58264" marB="582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603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78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E2562-C0C7-D85F-BB3F-08C99582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S3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5BDD9-E990-0EFA-C7E5-4EA38B5C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Upload File → Store in Bucket → Retrieve via URL/API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S3 is:</a:t>
            </a:r>
          </a:p>
          <a:p>
            <a:r>
              <a:rPr lang="en-US" dirty="0"/>
              <a:t>Highly durable (11 9’s durability)</a:t>
            </a:r>
          </a:p>
          <a:p>
            <a:r>
              <a:rPr lang="en-US" dirty="0"/>
              <a:t>Highly available</a:t>
            </a:r>
          </a:p>
          <a:p>
            <a:r>
              <a:rPr lang="en-US" dirty="0"/>
              <a:t>Automatically scalable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30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95CA-071D-573C-3E8A-2B9F853C7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with Other AWS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9D51-2115-DEDE-CE03-2A49E3ACE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S3 works with:</a:t>
            </a:r>
          </a:p>
          <a:p>
            <a:endParaRPr lang="en-US" dirty="0"/>
          </a:p>
          <a:p>
            <a:r>
              <a:rPr lang="en-US" dirty="0"/>
              <a:t>AWS Lambda – Trigger on file upload</a:t>
            </a:r>
          </a:p>
          <a:p>
            <a:r>
              <a:rPr lang="en-US" dirty="0"/>
              <a:t>Amazon Athena – Query S3 data using SQL</a:t>
            </a:r>
          </a:p>
          <a:p>
            <a:r>
              <a:rPr lang="en-US" dirty="0"/>
              <a:t>Amazon Redshift – Load data into warehouse</a:t>
            </a:r>
          </a:p>
          <a:p>
            <a:r>
              <a:rPr lang="en-US" dirty="0"/>
              <a:t>Amazon EMR – Big data processing</a:t>
            </a:r>
          </a:p>
          <a:p>
            <a:r>
              <a:rPr lang="en-US" dirty="0"/>
              <a:t>AWS Glue – ETL processing</a:t>
            </a:r>
          </a:p>
          <a:p>
            <a:r>
              <a:rPr lang="en-US" dirty="0"/>
              <a:t>AWS Kinesis – Real Data Streaming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94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6FC5-9DC6-BED4-2DB9-43219585A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39C66-B9FF-E0F6-F901-71115FD9E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Lake storage</a:t>
            </a:r>
          </a:p>
          <a:p>
            <a:endParaRPr lang="en-US" dirty="0"/>
          </a:p>
          <a:p>
            <a:r>
              <a:rPr lang="en-US" dirty="0"/>
              <a:t>Backup &amp; disaster recovery</a:t>
            </a:r>
          </a:p>
          <a:p>
            <a:endParaRPr lang="en-US" dirty="0"/>
          </a:p>
          <a:p>
            <a:r>
              <a:rPr lang="en-US" dirty="0"/>
              <a:t>Log storage</a:t>
            </a:r>
          </a:p>
          <a:p>
            <a:endParaRPr lang="en-US" dirty="0"/>
          </a:p>
          <a:p>
            <a:r>
              <a:rPr lang="en-US" dirty="0"/>
              <a:t>Media hosting</a:t>
            </a:r>
          </a:p>
          <a:p>
            <a:endParaRPr lang="en-US" dirty="0"/>
          </a:p>
          <a:p>
            <a:r>
              <a:rPr lang="en-US" dirty="0"/>
              <a:t>Big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325709333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250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Bierstadt</vt:lpstr>
      <vt:lpstr>Neue Haas Grotesk Text Pro</vt:lpstr>
      <vt:lpstr>GestaltVTI</vt:lpstr>
      <vt:lpstr>Amazon S3 (Simple Storage Service)</vt:lpstr>
      <vt:lpstr>What is AWS S3?</vt:lpstr>
      <vt:lpstr>Key Concepts in S3</vt:lpstr>
      <vt:lpstr>PowerPoint Presentation</vt:lpstr>
      <vt:lpstr>Storage Classes</vt:lpstr>
      <vt:lpstr>How S3 Works</vt:lpstr>
      <vt:lpstr>Integration with Other AWS Services</vt:lpstr>
      <vt:lpstr>Common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5</cp:revision>
  <dcterms:created xsi:type="dcterms:W3CDTF">2026-02-26T06:50:07Z</dcterms:created>
  <dcterms:modified xsi:type="dcterms:W3CDTF">2026-02-26T08:31:10Z</dcterms:modified>
</cp:coreProperties>
</file>