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F93FB-36BE-408E-86BF-BACCA88A630F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CDA9B-08FB-4DDC-8307-9D31B4DD1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79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AWS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CDA9B-08FB-4DDC-8307-9D31B4DD15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4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7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7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4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76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5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2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3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83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31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5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8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5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5AD5B9-C337-7000-C990-F41AA3CF88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625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D73C15-DDAD-B7D4-DA83-069A888FF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Setting up Databricks account with AWS integrated</a:t>
            </a:r>
          </a:p>
        </p:txBody>
      </p:sp>
    </p:spTree>
    <p:extLst>
      <p:ext uri="{BB962C8B-B14F-4D97-AF65-F5344CB8AC3E}">
        <p14:creationId xmlns:p14="http://schemas.microsoft.com/office/powerpoint/2010/main" val="4265626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F8220-0458-C5AC-BD5E-ACE4F1687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4" r="1" b="1"/>
          <a:stretch>
            <a:fillRect/>
          </a:stretch>
        </p:blipFill>
        <p:spPr>
          <a:xfrm>
            <a:off x="419099" y="419100"/>
            <a:ext cx="11353802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7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8F53E1-230D-389B-2E6B-B7ED64813C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00" r="2" b="23853"/>
          <a:stretch>
            <a:fillRect/>
          </a:stretch>
        </p:blipFill>
        <p:spPr>
          <a:xfrm>
            <a:off x="419099" y="419100"/>
            <a:ext cx="11353802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2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AFFB4-C73A-0BC3-1ECC-B2B07CCE8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77" r="2" b="16242"/>
          <a:stretch>
            <a:fillRect/>
          </a:stretch>
        </p:blipFill>
        <p:spPr>
          <a:xfrm>
            <a:off x="419099" y="419100"/>
            <a:ext cx="11353802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1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1393D-E307-1664-2111-410F9AAF6A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2" b="1"/>
          <a:stretch>
            <a:fillRect/>
          </a:stretch>
        </p:blipFill>
        <p:spPr>
          <a:xfrm>
            <a:off x="419099" y="419100"/>
            <a:ext cx="11353802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9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66FD02-90A8-3D0A-9826-28362C1DD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" y="444346"/>
            <a:ext cx="12065620" cy="5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5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6E2BBD-A19D-29B2-B59A-87B22DB03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501500"/>
            <a:ext cx="12179926" cy="3863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8241BE-FFC1-273C-E864-48DF63B3D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56" y="4767942"/>
            <a:ext cx="10446287" cy="184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493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86EF46-3CE6-F632-B1D1-5B2536EEA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2" y="1320691"/>
            <a:ext cx="11989416" cy="42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3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D96A3-BA25-1BCB-6385-770C72B028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0" r="13566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00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1B2BA-933A-D9CB-F71F-0E71F99A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990474"/>
            <a:ext cx="12160875" cy="487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87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6F467-44CE-C400-F6EC-27F7D8B2A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>
            <a:normAutofit/>
          </a:bodyPr>
          <a:lstStyle/>
          <a:p>
            <a:r>
              <a:rPr lang="en-US"/>
              <a:t>After Click on Create account 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AA5FE54-C8E1-E958-A141-E4A87ED8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98" b="22063"/>
          <a:stretch>
            <a:fillRect/>
          </a:stretch>
        </p:blipFill>
        <p:spPr>
          <a:xfrm>
            <a:off x="20" y="10"/>
            <a:ext cx="12191980" cy="455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6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1C1A6-47C1-B2E1-FB34-EC406A29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93" y="340661"/>
            <a:ext cx="8555150" cy="787897"/>
          </a:xfrm>
        </p:spPr>
        <p:txBody>
          <a:bodyPr vert="horz" wrap="square" lIns="91440" tIns="45720" rIns="91440" bIns="45720" rtlCol="0" anchor="b">
            <a:normAutofit fontScale="90000"/>
          </a:bodyPr>
          <a:lstStyle/>
          <a:p>
            <a:r>
              <a:rPr lang="en-US" sz="4000" dirty="0"/>
              <a:t>After Click on Next </a:t>
            </a:r>
            <a:r>
              <a:rPr lang="en-US" sz="4000" dirty="0">
                <a:sym typeface="Wingdings" panose="05000000000000000000" pitchFamily="2" charset="2"/>
              </a:rPr>
              <a:t> select AWS Region Asia Pacific (Mumbai)</a:t>
            </a:r>
            <a:endParaRPr lang="en-US" sz="4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6C0D19-90FF-7648-90FD-5E628EBC5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81891E-5D44-F416-ECE7-8D1E569BC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19" y="1807124"/>
            <a:ext cx="11894161" cy="459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97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197E45-A6DD-8C7F-AD1F-D8A9DBDF3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6" r="7439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32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2BB4BB-B53D-908E-84F2-698E605C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1" y="434821"/>
            <a:ext cx="11817957" cy="598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64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479CF-E1D3-B603-12D9-C950C8B19B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98" r="10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79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AF1744-1977-C26D-0D7F-78496CB25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12192000" cy="4471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FE6114-545B-2902-1818-3599E126E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199" y="4987891"/>
            <a:ext cx="6559887" cy="13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27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D6E2A-C9E7-E755-6C14-0802651A2F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01" r="7747" b="1"/>
          <a:stretch>
            <a:fillRect/>
          </a:stretch>
        </p:blipFill>
        <p:spPr>
          <a:xfrm>
            <a:off x="419099" y="419100"/>
            <a:ext cx="11353802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7860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28</Words>
  <Application>Microsoft Office PowerPoint</Application>
  <PresentationFormat>Widescreen</PresentationFormat>
  <Paragraphs>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Neue Haas Grotesk Text Pro</vt:lpstr>
      <vt:lpstr>Wingdings</vt:lpstr>
      <vt:lpstr>VanillaVTI</vt:lpstr>
      <vt:lpstr>Setting up Databricks account with AWS integrated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After Click on Create account </vt:lpstr>
      <vt:lpstr>After Click on Next  select AWS Region Asia Pacific (Mumbai)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5</cp:revision>
  <dcterms:created xsi:type="dcterms:W3CDTF">2026-02-28T01:11:21Z</dcterms:created>
  <dcterms:modified xsi:type="dcterms:W3CDTF">2026-02-28T01:42:35Z</dcterms:modified>
</cp:coreProperties>
</file>