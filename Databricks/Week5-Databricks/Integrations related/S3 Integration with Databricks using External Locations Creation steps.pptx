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1A56E-F255-CA01-CA8D-4970BC5EF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C782C-8762-313F-8964-BE9D0B943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0A67D-E5DF-DD7F-268D-282A4B899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99313-885C-0E03-2735-8C0E29BF7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F5910-2C7D-B16A-CF6E-BD414D3D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9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E795-88EB-E3A0-DA03-B3A931BA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10F51-494E-0776-C6D0-80E3F2D4C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CBCDB-1CDC-22A5-4758-AA121BA0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83A6B-97A5-0634-8346-EB7BC30C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981FD-2C08-D9D3-E6C9-C7BD315C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6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008E-D6D9-0324-7816-DFF32A570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00713-8FE1-37E8-8B93-44D56E568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9417E-7D6E-870A-1376-0BD10D01A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FED70-B2AA-678A-4F92-D4F62F490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3B85A-3439-423F-FF21-F45D29B8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91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705B4-EB57-1E20-79F7-B0538209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F9B84-77BE-DE95-6000-18BA69154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EF33D-1FDB-370F-8C4B-7E04DE3DE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728F7-FEC9-E317-357C-E1A2F3171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94A60-7A40-7481-22AB-C7315758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377F4-196D-0CFF-8C35-736BDA98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47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42C1E-DA45-ECCF-1AC4-D1A49799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66431-71B0-BA76-BB4B-D8DB19A10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A732E-C33B-29B7-DA39-B7167B554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C27E19-0B57-CA73-AD32-A0DFE69B5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84F99-4FF2-C2D4-3280-0765CD6F7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1C794A-FA5E-1493-5DD0-56616780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D5910-365D-F4C8-DA6E-7EA16E12E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81C96-32DE-F459-3D15-733108262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9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00C7E-E25D-973E-E9A0-9B335F2E5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6D666C-0CFC-F234-E42D-E196DB3DA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B3AF1-132C-94D0-BA4A-8B541C9BB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5C04A-FB2B-E3D9-FFAA-BFD67D396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70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346A1E-5B7F-292D-3EA0-29BB7209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BE976-5D8F-70B4-543D-3A803553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FA75-201C-9F1D-23EC-7BC93610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8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A15A-3257-0A30-8A4F-6D517894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F6A16-ED17-A052-71B5-5B9226A61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DFACE-7638-05BB-9D34-CA746D2E6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24754-1C70-6143-E19F-54D8A3002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6FF74-26CE-7836-17D4-B106F0DA5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A144E-7B5F-F690-8EF8-147E66B6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6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69F2-271B-F6D7-0F86-F2C76E50E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8E5113-6792-FFA5-BD95-D590791BD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5C7BC-B18B-2C1E-0F5E-BDC507A1F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9F078-E542-554E-7946-2BD4E7C3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ECE7E-8AC9-0AF3-6EAA-CBF0355F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208A8-9711-E49D-6E73-823C5395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2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E344-C45E-B1C3-EC5B-E27582FE6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FC9A6-ACCC-6B68-E49E-DCA365C39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59383-C95E-DA5E-4C8C-142FD1513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73C2A-E4F5-293D-BF78-EFA922AEB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6E2D3-759D-3AE8-202E-4EDDA557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71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6FE13-645B-B318-17AE-5F4615546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2966E-D2F0-F95C-BAD0-36B2E9B06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FAFB2-C8E5-1825-768F-37329B11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049EB-17B9-CE87-9931-99BF1E62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A1861-DE95-5638-0E93-5833C4A8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45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D0F7E-D038-BC3D-3699-24D001A1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4C2BF-771A-DC66-B2B9-247FC5DAD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3216F-D392-034B-D942-BC082E3E8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9068E-27C9-482D-B89D-FF709E0D7697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B3819-3E37-44CD-1B2D-F270390FC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2BBDA-516E-6ECD-2D7F-BFBBC6E7A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3B93CA-8A02-4613-BD1F-882FC4DA9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3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3EB9-CF7E-5EB4-F66F-8460CF315A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S3 Integration with Databricks using Unity Catalog External Locations</a:t>
            </a:r>
          </a:p>
        </p:txBody>
      </p:sp>
    </p:spTree>
    <p:extLst>
      <p:ext uri="{BB962C8B-B14F-4D97-AF65-F5344CB8AC3E}">
        <p14:creationId xmlns:p14="http://schemas.microsoft.com/office/powerpoint/2010/main" val="4008323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3F8C76-AD72-6D0D-EF47-355F52A2C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239486"/>
            <a:ext cx="11506200" cy="631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77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F619A1-2BB4-AA84-FE7A-35D45A479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4" y="568178"/>
            <a:ext cx="12084671" cy="572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1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B1769-5233-075B-C148-E4A85D39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526031"/>
          </a:xfrm>
        </p:spPr>
        <p:txBody>
          <a:bodyPr>
            <a:normAutofit fontScale="90000"/>
          </a:bodyPr>
          <a:lstStyle/>
          <a:p>
            <a:r>
              <a:rPr lang="en-US" dirty="0"/>
              <a:t>Provide Bucket name and generate token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C23F12-2499-091E-7E06-5E576AF66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268"/>
            <a:ext cx="11703651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022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A3CAED-45C1-6706-E550-988798AAD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9853"/>
            <a:ext cx="12192000" cy="581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653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8F3F-1839-6F3F-3896-977CF0F1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98174"/>
          </a:xfrm>
        </p:spPr>
        <p:txBody>
          <a:bodyPr/>
          <a:lstStyle/>
          <a:p>
            <a:r>
              <a:rPr lang="en-US" dirty="0"/>
              <a:t>Click on launch </a:t>
            </a:r>
            <a:r>
              <a:rPr lang="en-US" dirty="0" err="1"/>
              <a:t>quickstart</a:t>
            </a:r>
            <a:r>
              <a:rPr lang="en-US" dirty="0"/>
              <a:t> and paste token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49CC8-E2B2-BB3A-B2E5-5B822DA54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4" y="931941"/>
            <a:ext cx="11621097" cy="573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630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S3 Integration with Databricks using Unity Catalog External Locations</vt:lpstr>
      <vt:lpstr>PowerPoint Presentation</vt:lpstr>
      <vt:lpstr>PowerPoint Presentation</vt:lpstr>
      <vt:lpstr>Provide Bucket name and generate token</vt:lpstr>
      <vt:lpstr>PowerPoint Presentation</vt:lpstr>
      <vt:lpstr>Click on launch quickstart and paste token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2</cp:revision>
  <dcterms:created xsi:type="dcterms:W3CDTF">2026-03-03T06:16:25Z</dcterms:created>
  <dcterms:modified xsi:type="dcterms:W3CDTF">2026-03-03T06:25:23Z</dcterms:modified>
</cp:coreProperties>
</file>