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3C57D-3EF2-F6A8-6FA2-DEB667602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1CEE5-9EAB-1E83-47D9-A5E7710F5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D01FD-2C36-98C6-8600-621250CE3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267BC-6795-8E43-19AA-22A433C64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0D2B1-BA4C-A553-A568-B8886595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8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26D73-2D1E-38EC-E054-B4DAD079D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261D3-FA28-38FC-BA94-DEC0B68A9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6961B-B7ED-2799-6D20-A3022A615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0A98F-0963-F2D8-2FEA-0F76B015B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AA70B-9953-F569-3CFA-5AFA51B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2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7FE76-CB08-2951-C693-28A6DBEA8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01C57-1936-020F-6583-192A385CA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BF93A-8898-A59D-6246-D767BF7A0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99DD6-A22D-ACA2-6356-EE33FAFD3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7ECB8-C46C-1BDF-676D-5BEDF97B8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28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065E-A328-28BB-E136-E140FB1BE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FB2F3-CF19-204E-BEE0-A1DE42E0F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FC4B6-4305-7ED4-4B7B-23ED4D6A9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43B7E-9D7C-F192-EE1F-E6675E3F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B9126-C7D1-53ED-7A2C-08075671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F5991-56BE-DFAD-1EA2-B823CF7C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6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F87E4-93D0-58B2-1843-545EFA01F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6A6D8-A96E-CC5F-D57D-1BAE5D48E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7D424-8FBD-9A36-E2DB-03F6C5403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9A1CE-14B7-81A8-D799-0BFBD4EA5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EDEB5-9467-C4E1-53F7-2E69384B8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2F6056-9097-A886-25CF-3098E06DF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BCD999-3590-D981-319E-F6D5F88C4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91363-920F-7857-E5B5-2624F32B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0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1722-E38C-86F1-F2DE-5D0FEAC29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28A68-9D99-4252-79C2-48731D876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FE90EE-5EC9-6A70-D676-0133D2C3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B50DC-1FDF-7871-7A65-2BD567DA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79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B012C-0CC9-CB36-7953-A5AB877B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A22A2C-356D-96D8-4E92-ED6B91B59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1C85D-2FE4-34D1-DE82-BD7FADE7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8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8CC70-F402-58E1-7D69-B80EFC3FA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DEF49-90A2-A391-1267-734509008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C0928-F329-A899-C48C-E5A0A28FE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3C9FB-B422-46AB-02DB-80F9FDFB6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35E39-14C0-0480-D119-B4919430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9FBF2-4E9C-22AC-087B-23B4632F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4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DCC1-B163-3530-81E4-79DF46EC7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D61329-7576-8AD4-CF58-DD2F607E5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7E4CF-4866-5F4B-4CBD-D51849E9C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0BDB0-794C-6B39-9989-125E1FF2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46495-24E1-9DEE-D9E5-928567221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B5666-0E6C-638C-76F0-743C3DCC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2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1DF42-3DC4-5FA0-E886-F6351DE8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C29CF-ED85-AAD7-CB76-A9647400E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47A39-39D3-AF50-3642-CB381243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E3EFD-82E6-AB08-DF7C-DB9FE444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4D6DA-924F-4180-EB75-DBED0AEC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2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BC159E-F0E1-4769-84B2-B071BE886D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3CBCB-93D4-727C-302C-50349E5D1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1C4E7-A699-96B8-B391-7A902F50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BA7E3-6D66-6D61-D26B-FDB82562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EEE6B-03EB-84D1-6064-C24863134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9FF19D-B40C-1F6B-566F-13526405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9BDAD-4E05-7F87-628C-B398A7B6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589C4-8B60-AEF1-4E8D-962FE94D3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39801F-DBEC-45A8-BE38-CD716E026C3B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AB0DD-233C-4D2A-81B1-418540E16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00933-9007-0229-32AD-E7F7232FD5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BAA0B-70F7-4269-8891-727B033B1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3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FEE4-921D-453C-AA4A-3EA77756EE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Amazon S3 Integration with Databricks</a:t>
            </a:r>
          </a:p>
        </p:txBody>
      </p:sp>
    </p:spTree>
    <p:extLst>
      <p:ext uri="{BB962C8B-B14F-4D97-AF65-F5344CB8AC3E}">
        <p14:creationId xmlns:p14="http://schemas.microsoft.com/office/powerpoint/2010/main" val="1679943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497A7-B005-3906-DDD9-C03FB7BA9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Integrating </a:t>
            </a:r>
            <a:r>
              <a:rPr lang="en-US" b="1" dirty="0"/>
              <a:t>Amazon S3</a:t>
            </a:r>
            <a:r>
              <a:rPr lang="en-US" dirty="0"/>
              <a:t> with </a:t>
            </a:r>
            <a:r>
              <a:rPr lang="en-US" b="1" dirty="0"/>
              <a:t>Databricks</a:t>
            </a:r>
            <a:r>
              <a:rPr lang="en-US" dirty="0"/>
              <a:t> allows you to store data in S3 and process it using Databricks clusters (Spark).</a:t>
            </a:r>
          </a:p>
        </p:txBody>
      </p:sp>
    </p:spTree>
    <p:extLst>
      <p:ext uri="{BB962C8B-B14F-4D97-AF65-F5344CB8AC3E}">
        <p14:creationId xmlns:p14="http://schemas.microsoft.com/office/powerpoint/2010/main" val="213979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2E9F-AD87-D761-B8B0-40601A4F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5648B-34C0-116B-5FA4-ABB31C734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Databricks Cluster → IAM Role → Amazon S3 Bucket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Databricks does NOT store data internally — it reads/writes directly to S3.</a:t>
            </a:r>
          </a:p>
        </p:txBody>
      </p:sp>
    </p:spTree>
    <p:extLst>
      <p:ext uri="{BB962C8B-B14F-4D97-AF65-F5344CB8AC3E}">
        <p14:creationId xmlns:p14="http://schemas.microsoft.com/office/powerpoint/2010/main" val="407303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DBD7-C8AC-C3BF-F844-330138D2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/>
          </a:bodyPr>
          <a:lstStyle/>
          <a:p>
            <a:r>
              <a:rPr lang="en-US" sz="2800" dirty="0"/>
              <a:t>Method 1- Using Access Keys (Not Recommended for Production)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1AC9C-548C-1BEA-2C62-C3E2192A5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Only for testing.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spark._</a:t>
            </a:r>
            <a:r>
              <a:rPr lang="en-US" dirty="0" err="1"/>
              <a:t>jsc.hadoopConfiguration</a:t>
            </a:r>
            <a:r>
              <a:rPr lang="en-US" dirty="0"/>
              <a:t>().set("fs.s3a.access.key", "ACCESS_KEY")</a:t>
            </a:r>
          </a:p>
          <a:p>
            <a:pPr marL="0" indent="0">
              <a:buNone/>
            </a:pPr>
            <a:r>
              <a:rPr lang="en-US" dirty="0"/>
              <a:t>spark._</a:t>
            </a:r>
            <a:r>
              <a:rPr lang="en-US" dirty="0" err="1"/>
              <a:t>jsc.hadoopConfiguration</a:t>
            </a:r>
            <a:r>
              <a:rPr lang="en-US" dirty="0"/>
              <a:t>().set("fs.s3a.secret.key", "SECRET_KEY")</a:t>
            </a:r>
          </a:p>
        </p:txBody>
      </p:sp>
    </p:spTree>
    <p:extLst>
      <p:ext uri="{BB962C8B-B14F-4D97-AF65-F5344CB8AC3E}">
        <p14:creationId xmlns:p14="http://schemas.microsoft.com/office/powerpoint/2010/main" val="106843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4619E-B025-6C27-CE31-34D3192F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27314"/>
          </a:xfrm>
        </p:spPr>
        <p:txBody>
          <a:bodyPr>
            <a:norm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Method 2: Using Unity Catalog (Modern &amp; Secure)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21194-D6A9-6993-164F-1D1C3C1C7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7315"/>
            <a:ext cx="10515600" cy="603068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using Unity Catalog: Manual steps for S3 </a:t>
            </a:r>
            <a:r>
              <a:rPr lang="en-US" dirty="0" err="1"/>
              <a:t>Integraion</a:t>
            </a:r>
            <a:r>
              <a:rPr lang="en-US" dirty="0"/>
              <a:t> with </a:t>
            </a:r>
            <a:r>
              <a:rPr lang="en-US" dirty="0" err="1"/>
              <a:t>databricks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Step 1: Create Storage Credential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STORAGE CREDENTIAL s3_cred</a:t>
            </a:r>
          </a:p>
          <a:p>
            <a:pPr marL="0" indent="0">
              <a:buNone/>
            </a:pPr>
            <a:r>
              <a:rPr lang="en-US" dirty="0"/>
              <a:t>WITH IAM_ROLE = '</a:t>
            </a:r>
            <a:r>
              <a:rPr lang="en-US" dirty="0" err="1"/>
              <a:t>arn:aws:iam</a:t>
            </a:r>
            <a:r>
              <a:rPr lang="en-US" dirty="0"/>
              <a:t>::&lt;account-id&gt;:role/&lt;role-name&gt;’;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2: Create External Location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EXTERNAL LOCATION s3_ext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URL</a:t>
            </a:r>
            <a:r>
              <a:rPr lang="en-US" dirty="0"/>
              <a:t> 's3://your-bucket-name/'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WITH STORAGE CREDENTIAL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s3_cred;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Step 3: Create External Table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sales_data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USING</a:t>
            </a:r>
            <a:r>
              <a:rPr lang="en-US" dirty="0"/>
              <a:t> PARQUET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LOCATION</a:t>
            </a:r>
            <a:r>
              <a:rPr lang="en-US" dirty="0"/>
              <a:t> 's3://your-bucket-name/sales/';</a:t>
            </a:r>
          </a:p>
        </p:txBody>
      </p:sp>
    </p:spTree>
    <p:extLst>
      <p:ext uri="{BB962C8B-B14F-4D97-AF65-F5344CB8AC3E}">
        <p14:creationId xmlns:p14="http://schemas.microsoft.com/office/powerpoint/2010/main" val="265914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D1F95-F546-78EB-B809-5A94238C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Method 3: (IAM Role / Instance Profile)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1B710-243E-D336-CF60-1E65B6407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</a:t>
            </a:r>
            <a:r>
              <a:rPr lang="en-US" b="1" dirty="0"/>
              <a:t>secure production method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Step 1: Create IAM Policy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 to AWS → IAM → Policies → Create Policy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S3 Access Policy: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58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B198A-F84D-F55B-EDE9-58E689FAB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9450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"Version": "2012-10-17",</a:t>
            </a:r>
          </a:p>
          <a:p>
            <a:pPr marL="0" indent="0">
              <a:buNone/>
            </a:pPr>
            <a:r>
              <a:rPr lang="en-US" dirty="0"/>
              <a:t>  "Statement": [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"Effect": "Allow",</a:t>
            </a:r>
          </a:p>
          <a:p>
            <a:pPr marL="0" indent="0">
              <a:buNone/>
            </a:pPr>
            <a:r>
              <a:rPr lang="en-US" dirty="0"/>
              <a:t>      "Action": [</a:t>
            </a:r>
          </a:p>
          <a:p>
            <a:pPr marL="0" indent="0">
              <a:buNone/>
            </a:pPr>
            <a:r>
              <a:rPr lang="en-US" dirty="0"/>
              <a:t>        "s3:ListBucket"</a:t>
            </a:r>
          </a:p>
          <a:p>
            <a:pPr marL="0" indent="0">
              <a:buNone/>
            </a:pPr>
            <a:r>
              <a:rPr lang="en-US" dirty="0"/>
              <a:t>      ],</a:t>
            </a:r>
          </a:p>
          <a:p>
            <a:pPr marL="0" indent="0">
              <a:buNone/>
            </a:pPr>
            <a:r>
              <a:rPr lang="en-US" dirty="0"/>
              <a:t>      "Resource": "arn:aws:s3:::your-bucket-name"</a:t>
            </a:r>
          </a:p>
          <a:p>
            <a:pPr marL="0" indent="0">
              <a:buNone/>
            </a:pPr>
            <a:r>
              <a:rPr lang="en-US" dirty="0"/>
              <a:t>    },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"Effect": "Allow",</a:t>
            </a:r>
          </a:p>
          <a:p>
            <a:pPr marL="0" indent="0">
              <a:buNone/>
            </a:pPr>
            <a:r>
              <a:rPr lang="en-US" dirty="0"/>
              <a:t>      "Action": [</a:t>
            </a:r>
          </a:p>
          <a:p>
            <a:pPr marL="0" indent="0">
              <a:buNone/>
            </a:pPr>
            <a:r>
              <a:rPr lang="en-US" dirty="0"/>
              <a:t>        "s3:GetObject",</a:t>
            </a:r>
          </a:p>
          <a:p>
            <a:pPr marL="0" indent="0">
              <a:buNone/>
            </a:pPr>
            <a:r>
              <a:rPr lang="en-US" dirty="0"/>
              <a:t>        "s3:PutObject"</a:t>
            </a:r>
          </a:p>
          <a:p>
            <a:pPr marL="0" indent="0">
              <a:buNone/>
            </a:pPr>
            <a:r>
              <a:rPr lang="en-US" dirty="0"/>
              <a:t>      ],</a:t>
            </a:r>
          </a:p>
          <a:p>
            <a:pPr marL="0" indent="0">
              <a:buNone/>
            </a:pPr>
            <a:r>
              <a:rPr lang="en-US" dirty="0"/>
              <a:t>      "Resource": "arn:aws:s3:::your-bucket-name/*"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8224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9960-F066-9DB5-4AD7-DA6ADD1E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Create IAM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F553D-7C23-814E-E23F-F167B3199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IAM → Roles → Create Role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Trusted entity type → EC2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Attach the policy created above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role</a:t>
            </a:r>
          </a:p>
        </p:txBody>
      </p:sp>
    </p:spTree>
    <p:extLst>
      <p:ext uri="{BB962C8B-B14F-4D97-AF65-F5344CB8AC3E}">
        <p14:creationId xmlns:p14="http://schemas.microsoft.com/office/powerpoint/2010/main" val="223646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6845-B0A7-D413-9086-1051BB72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Create Instance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FA7EA-9057-B6AB-13C9-4CDD6921F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IAM → Roles → Select Role → Create Instance Profile</a:t>
            </a:r>
          </a:p>
        </p:txBody>
      </p:sp>
    </p:spTree>
    <p:extLst>
      <p:ext uri="{BB962C8B-B14F-4D97-AF65-F5344CB8AC3E}">
        <p14:creationId xmlns:p14="http://schemas.microsoft.com/office/powerpoint/2010/main" val="1778887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0751-5256-88DE-B8D3-93D018AC0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Add Instance Profile to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16787-FEA9-1876-A492-9F92B0286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Databricks:</a:t>
            </a:r>
          </a:p>
          <a:p>
            <a:r>
              <a:rPr lang="en-US" b="1" dirty="0"/>
              <a:t>Admin Console → Workspace Settings → Instance Profiles → Add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Provide:</a:t>
            </a:r>
          </a:p>
          <a:p>
            <a:r>
              <a:rPr lang="en-US" dirty="0" err="1"/>
              <a:t>arn:aws:iam</a:t>
            </a:r>
            <a:r>
              <a:rPr lang="en-US" dirty="0"/>
              <a:t>::&lt;account-id&gt;:instance-profile/&lt;profile-name&gt;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Attach profile to cluster.</a:t>
            </a:r>
          </a:p>
          <a:p>
            <a:pPr marL="0" indent="0">
              <a:buNone/>
            </a:pPr>
            <a:r>
              <a:rPr lang="en-US" dirty="0"/>
              <a:t>Restart cluster.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420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9D140-D255-636A-1427-7718BD97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Access S3 from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8E87A-C13C-5C09-DEA8-0A8425958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Read CSV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spark.read.csv("s3://your-bucket-name/data/file.csv", header=True)</a:t>
            </a:r>
          </a:p>
          <a:p>
            <a:pPr marL="0" indent="0">
              <a:buNone/>
            </a:pPr>
            <a:r>
              <a:rPr lang="en-US" dirty="0" err="1"/>
              <a:t>df.show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Write Parquet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df.write.mode</a:t>
            </a:r>
            <a:r>
              <a:rPr lang="en-US"/>
              <a:t>("overwrite").parquet("s3://your-bucket-name/output/")</a:t>
            </a:r>
          </a:p>
        </p:txBody>
      </p:sp>
    </p:spTree>
    <p:extLst>
      <p:ext uri="{BB962C8B-B14F-4D97-AF65-F5344CB8AC3E}">
        <p14:creationId xmlns:p14="http://schemas.microsoft.com/office/powerpoint/2010/main" val="2120785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8E59-2D2F-DF46-63D7-2A3AFE498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Real-Time Streaming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3AFC8-8A7D-47BD-97FC-AE528379A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" y="1738539"/>
            <a:ext cx="11974285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If pipeline is:</a:t>
            </a:r>
          </a:p>
          <a:p>
            <a:r>
              <a:rPr lang="en-US" dirty="0"/>
              <a:t>Kinesis → Firehose → S3 → Databricks</a:t>
            </a:r>
          </a:p>
          <a:p>
            <a:r>
              <a:rPr lang="en-US" dirty="0"/>
              <a:t>Then in Databricks: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spark.readStream</a:t>
            </a:r>
            <a:r>
              <a:rPr lang="en-US" dirty="0"/>
              <a:t> \</a:t>
            </a:r>
          </a:p>
          <a:p>
            <a:pPr marL="0" indent="0">
              <a:buNone/>
            </a:pPr>
            <a:r>
              <a:rPr lang="en-US" dirty="0"/>
              <a:t>    .format("parquet") \</a:t>
            </a:r>
          </a:p>
          <a:p>
            <a:pPr marL="0" indent="0">
              <a:buNone/>
            </a:pPr>
            <a:r>
              <a:rPr lang="en-US" dirty="0"/>
              <a:t>    .load("s3://your-bucket-name/firehose/")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df.writeStream</a:t>
            </a:r>
            <a:r>
              <a:rPr lang="en-US" dirty="0"/>
              <a:t> \</a:t>
            </a:r>
          </a:p>
          <a:p>
            <a:pPr marL="0" indent="0">
              <a:buNone/>
            </a:pPr>
            <a:r>
              <a:rPr lang="en-US" dirty="0"/>
              <a:t>    .format("delta") \</a:t>
            </a:r>
          </a:p>
          <a:p>
            <a:pPr marL="0" indent="0">
              <a:buNone/>
            </a:pPr>
            <a:r>
              <a:rPr lang="en-US" dirty="0"/>
              <a:t>    .option("</a:t>
            </a:r>
            <a:r>
              <a:rPr lang="en-US" dirty="0" err="1"/>
              <a:t>checkpointLocation</a:t>
            </a:r>
            <a:r>
              <a:rPr lang="en-US" dirty="0"/>
              <a:t>", "s3://your-bucket-name/checkpoints/") \</a:t>
            </a:r>
          </a:p>
          <a:p>
            <a:pPr marL="0" indent="0">
              <a:buNone/>
            </a:pPr>
            <a:r>
              <a:rPr lang="en-US" dirty="0"/>
              <a:t>    .start("s3://your-bucket-name/delta/")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86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28D6-E5F3-AEB0-7857-8FDD41D46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ELT Pipeline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3A95E-ACAC-B505-0B09-B38C50E4A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S3 (raw zone)</a:t>
            </a:r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dirty="0"/>
              <a:t>Databricks Bronze (Delta)</a:t>
            </a:r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dirty="0"/>
              <a:t>Silver</a:t>
            </a:r>
          </a:p>
          <a:p>
            <a:pPr marL="0" indent="0">
              <a:buNone/>
            </a:pPr>
            <a:r>
              <a:rPr lang="en-US" dirty="0"/>
              <a:t>↓</a:t>
            </a:r>
          </a:p>
          <a:p>
            <a:pPr marL="0" indent="0">
              <a:buNone/>
            </a:pPr>
            <a:r>
              <a:rPr lang="en-US" dirty="0"/>
              <a:t>Gold</a:t>
            </a:r>
          </a:p>
        </p:txBody>
      </p:sp>
    </p:spTree>
    <p:extLst>
      <p:ext uri="{BB962C8B-B14F-4D97-AF65-F5344CB8AC3E}">
        <p14:creationId xmlns:p14="http://schemas.microsoft.com/office/powerpoint/2010/main" val="3579851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568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Amazon S3 Integration with Databricks</vt:lpstr>
      <vt:lpstr>PowerPoint Presentation</vt:lpstr>
      <vt:lpstr>Architecture</vt:lpstr>
      <vt:lpstr>Method 1- Using Access Keys (Not Recommended for Production)</vt:lpstr>
      <vt:lpstr>Method 2: Using Unity Catalog (Modern &amp; Secure)</vt:lpstr>
      <vt:lpstr>Method 3: (IAM Role / Instance Profile)</vt:lpstr>
      <vt:lpstr>PowerPoint Presentation</vt:lpstr>
      <vt:lpstr>Step 2: Create IAM Role</vt:lpstr>
      <vt:lpstr>Step 3: Create Instance Profile</vt:lpstr>
      <vt:lpstr>Step 4: Add Instance Profile to Databricks</vt:lpstr>
      <vt:lpstr>Step 5: Access S3 from Notebook</vt:lpstr>
      <vt:lpstr>Real-Time Streaming Example</vt:lpstr>
      <vt:lpstr>ELT Pipeline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5</cp:revision>
  <dcterms:created xsi:type="dcterms:W3CDTF">2026-02-27T23:08:24Z</dcterms:created>
  <dcterms:modified xsi:type="dcterms:W3CDTF">2026-03-03T07:05:23Z</dcterms:modified>
</cp:coreProperties>
</file>