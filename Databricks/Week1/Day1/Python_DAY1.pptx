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0911D-8653-1773-DD84-3C3CA6D28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FD5E7-4334-D19E-2F2C-2E6206F13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169AD-5437-753A-57AF-83E2D478C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6B710-18BB-4A15-9EDE-A85B63AAF13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18BBA-CE8D-F905-A0F6-3D76F4A86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041AB-761E-DA8F-8BF2-E70FA3D5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D4C4-E7C4-4D0A-B815-CCBDEA31A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75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55A4F-E433-50EA-2E0C-229905902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A885A-D864-8A12-8064-91C5985BD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8110A-23BE-76A1-0B96-6D28939D5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6B710-18BB-4A15-9EDE-A85B63AAF13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1A70E-D7DC-0907-FAD5-9A6C55B0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8FF07-56F5-0ABD-C4AC-8673877F8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D4C4-E7C4-4D0A-B815-CCBDEA31A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302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D7A2-B525-782F-3C40-529B62F60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42E36-C653-1B7B-E2C9-D759E97F1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63599-6682-21C6-3AAD-646364731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6B710-18BB-4A15-9EDE-A85B63AAF13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10089-860E-C5D2-5E9B-D62FCD170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C1EA6-514F-419A-B51B-79FE0EE4A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D4C4-E7C4-4D0A-B815-CCBDEA31A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9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554CF-3AE8-0436-B9BA-56AA3C28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A1780-6496-B8F7-A7FC-7ED3AFCC8D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697CB-B737-44EC-BA82-56795583D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59FCCB-8E6B-53D4-D96A-8FDEA4AC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6B710-18BB-4A15-9EDE-A85B63AAF13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AF1A-31AE-13AD-426F-92479FB3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E437C-0B99-334F-D23E-58B23E442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D4C4-E7C4-4D0A-B815-CCBDEA31A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4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45A7A-D142-DC89-0A02-D35DD0D42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F3268-B66D-AD36-7AE6-A71A2318B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ABC80-F369-69C8-F314-CD78121EA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658BF-1913-6A15-B2D1-3287153AF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94B826-A986-8295-F2D1-A6A1890A6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56D7F1-53B0-9359-A27F-22E9F5B4A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6B710-18BB-4A15-9EDE-A85B63AAF13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7C7DB-6553-D91B-5D55-75E41A4E3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F88CD-A038-A1FB-54B3-183E26EB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D4C4-E7C4-4D0A-B815-CCBDEA31A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7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F5CE7-406B-D539-BF0C-D1475906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14DE2E-6BF6-F09E-0377-D9F08A509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6B710-18BB-4A15-9EDE-A85B63AAF13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6570B2-0906-47E9-DD2D-C81DCCDE4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F4FC3-58B8-4C4F-2D2B-44A1D6BE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D4C4-E7C4-4D0A-B815-CCBDEA31A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8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732BAA-54F7-944D-1D51-C410B65FB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6B710-18BB-4A15-9EDE-A85B63AAF13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6037A4-ED6F-877F-5A3D-B121FBAF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3FA8-E4A8-7B44-4F86-B816305D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D4C4-E7C4-4D0A-B815-CCBDEA31A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2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25118-D427-CDD0-E665-318B4EF83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F38AD-A5E7-90AB-7A89-F5BDFFC74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51BF1-DF89-F7CB-7DFC-BF33F6ED4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6FCBE-59F1-5F5C-09B3-DB742557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6B710-18BB-4A15-9EDE-A85B63AAF13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B2277-EB4C-359C-1EA5-FB80C6F2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B7A68-7EF0-2076-E075-285E2AF1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D4C4-E7C4-4D0A-B815-CCBDEA31A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31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D918B-65D6-A4B9-AC71-A6157C11F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764499-93F4-7015-3570-E0136E7D2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230A8-AB08-1C6E-BCEE-4EBD07428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022DD-1830-B5B2-4F74-CB2FEC8C2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6B710-18BB-4A15-9EDE-A85B63AAF13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498C0-076D-A087-A86D-B5082D7D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E21F4-5050-1AA5-B216-304D324B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D4C4-E7C4-4D0A-B815-CCBDEA31A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9D171-79BB-777D-4E7D-338F3399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FBA0AD-4AB7-4C5A-01B7-AB4EF4A69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81625-665D-51BA-6016-9AEAF824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6B710-18BB-4A15-9EDE-A85B63AAF13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FCFB0-50F5-8F3D-D07C-78F2EFC46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2B84F-0D6E-45D0-A148-099150B1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D4C4-E7C4-4D0A-B815-CCBDEA31A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51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DBDB7E-6786-B7B8-F06E-D9E7B7AF1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AA0F24-FA13-4E0B-F90A-74593CDAB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392C6-5EBC-5A98-65D4-F47ADCB87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6B710-18BB-4A15-9EDE-A85B63AAF13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A9426-EBB3-D696-3B03-7183823C5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FA28E-F4F9-4B1D-28B2-C9D04841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8D4C4-E7C4-4D0A-B815-CCBDEA31A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08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647332-CE71-545F-D013-33CFA516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09CC6-672F-10F2-0579-B380C0916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A2CAC-5AF1-72CE-E9BF-BE1B880CB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76B710-18BB-4A15-9EDE-A85B63AAF13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2C94C-A1E0-7F85-B590-33A0DC117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F9318-BCF9-B45E-9822-FAF4E232B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8D4C4-E7C4-4D0A-B815-CCBDEA31A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59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8809-F9DC-D923-CFAF-6706547436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Compiler vs Interpreter</a:t>
            </a:r>
          </a:p>
        </p:txBody>
      </p:sp>
    </p:spTree>
    <p:extLst>
      <p:ext uri="{BB962C8B-B14F-4D97-AF65-F5344CB8AC3E}">
        <p14:creationId xmlns:p14="http://schemas.microsoft.com/office/powerpoint/2010/main" val="320274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54364-5A80-06E2-89DF-619CDF00A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Compiler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22BB9-17D6-FA52-41EF-9F6942D3A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43" y="1161596"/>
            <a:ext cx="12028714" cy="569640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compiler is software that converts  the source code into a form that can be executed by your operating system, usually called a "binary" or "executable.“</a:t>
            </a:r>
          </a:p>
          <a:p>
            <a:r>
              <a:rPr lang="en-US" dirty="0"/>
              <a:t>The compiler can finds issues with your code before execution.</a:t>
            </a:r>
          </a:p>
          <a:p>
            <a:r>
              <a:rPr lang="en-US" dirty="0"/>
              <a:t>Application has to be compiled for each system.</a:t>
            </a:r>
          </a:p>
          <a:p>
            <a:r>
              <a:rPr lang="en-US" dirty="0"/>
              <a:t>Compiled languages tend to be better when execution speed is essential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Compiled languages are:</a:t>
            </a:r>
          </a:p>
          <a:p>
            <a:r>
              <a:rPr lang="en-US" dirty="0"/>
              <a:t>C++</a:t>
            </a:r>
          </a:p>
          <a:p>
            <a:r>
              <a:rPr lang="en-US" dirty="0"/>
              <a:t>Java</a:t>
            </a:r>
          </a:p>
          <a:p>
            <a:r>
              <a:rPr lang="en-US" dirty="0"/>
              <a:t>Go</a:t>
            </a:r>
          </a:p>
          <a:p>
            <a:endParaRPr lang="en-US" dirty="0"/>
          </a:p>
          <a:p>
            <a:r>
              <a:rPr lang="en-US" b="1" dirty="0"/>
              <a:t>Google</a:t>
            </a:r>
            <a:r>
              <a:rPr lang="en-US" dirty="0"/>
              <a:t>: Many of Google's services are written with Go.</a:t>
            </a:r>
          </a:p>
          <a:p>
            <a:r>
              <a:rPr lang="en-US" b="1" dirty="0"/>
              <a:t>AWS</a:t>
            </a:r>
            <a:r>
              <a:rPr lang="en-US" dirty="0"/>
              <a:t>: Rust is being integrated into some of AWS's cloud offerings.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07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83EA2-0DFF-2231-9DC8-5C4CF826B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1642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Interpreter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63C0B-4FFF-E8E6-5C6D-1B938EFCB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3" y="1161596"/>
            <a:ext cx="11767457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 interpreter that it converts source code into machine code, line by line instead of all at once.</a:t>
            </a:r>
          </a:p>
          <a:p>
            <a:r>
              <a:rPr lang="en-US" dirty="0"/>
              <a:t>compilation and execution happen at the same time, you are required to have an interpreter anywhere you want to run your application.</a:t>
            </a:r>
          </a:p>
          <a:p>
            <a:r>
              <a:rPr lang="en-US" dirty="0"/>
              <a:t>Interpreted languages tend to be more flexible in their deployment options.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Interpreted languages are: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JavaScript</a:t>
            </a:r>
          </a:p>
          <a:p>
            <a:r>
              <a:rPr lang="en-US" dirty="0"/>
              <a:t>Ruby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Instagram</a:t>
            </a:r>
            <a:r>
              <a:rPr lang="en-US" dirty="0"/>
              <a:t>: Instagram's backend is primarily built in Python, enabling fast development.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7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A8BCE-38BF-3C04-983C-805DB63A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4794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Full Stack Overview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CF86A-FFD4-A75A-341E-36450FC3F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6169"/>
            <a:ext cx="12095544" cy="52051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App stacks with frond end and back end apps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Front End Apps:</a:t>
            </a:r>
          </a:p>
          <a:p>
            <a:r>
              <a:rPr lang="en-US" dirty="0"/>
              <a:t>Apps which reflects </a:t>
            </a:r>
            <a:r>
              <a:rPr lang="en-US" b="1" dirty="0">
                <a:solidFill>
                  <a:srgbClr val="FF0000"/>
                </a:solidFill>
              </a:rPr>
              <a:t>end user interactive parts </a:t>
            </a:r>
            <a:r>
              <a:rPr lang="en-US" dirty="0"/>
              <a:t>of any application.</a:t>
            </a:r>
          </a:p>
          <a:p>
            <a:r>
              <a:rPr lang="en-US" dirty="0"/>
              <a:t>This is typically some form of web development: creating the web pages that users will interact with and mapping user interactions to work with the application.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Back End Apps:</a:t>
            </a:r>
          </a:p>
          <a:p>
            <a:r>
              <a:rPr lang="en-US" dirty="0"/>
              <a:t>Back-end developers, in contrast, refine the software code that communicates with servers, databases, or other proprietary software that conveys information to </a:t>
            </a:r>
            <a:r>
              <a:rPr lang="en-US" b="1" dirty="0">
                <a:solidFill>
                  <a:srgbClr val="FF0000"/>
                </a:solidFill>
              </a:rPr>
              <a:t>front-end interfaces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870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265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  Compiler vs Interpreter</vt:lpstr>
      <vt:lpstr>Compiler</vt:lpstr>
      <vt:lpstr>Interpreter</vt:lpstr>
      <vt:lpstr>Full Stack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7</cp:revision>
  <dcterms:created xsi:type="dcterms:W3CDTF">2026-01-29T16:44:51Z</dcterms:created>
  <dcterms:modified xsi:type="dcterms:W3CDTF">2026-02-02T08:22:41Z</dcterms:modified>
</cp:coreProperties>
</file>