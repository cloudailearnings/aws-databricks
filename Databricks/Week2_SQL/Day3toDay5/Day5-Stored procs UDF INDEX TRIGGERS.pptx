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9B40-7622-B600-7D8D-A0EA702F6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19E3F-960D-1268-58EF-7B199DB06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EC2D9-F4E8-4B64-E821-81EA9F8E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EE815-F5FD-111B-BF8E-D2506A78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665F3-30CB-53FC-61D0-1E37BF76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42BF-721B-BE89-E7D2-1353EDCE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8CEA6-6A2A-438E-ED69-2D20DC29B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950EF-7AE4-0840-0010-A53CA17E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81402-2259-B692-11F4-6E02226A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FE967-DF48-B58B-25EC-DF699F1D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7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C4ED-1959-7224-1275-2C4A5D84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EC67A-39C1-41A0-9A79-3079A1224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B6AA9-C3C6-DF58-1ECB-C8AFA833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A7A43-0C17-08A9-927F-48F31213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67EDC-B0CF-660D-E200-AE42DBA0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AA05-2BF0-8192-6AB5-B9E63A4C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9008A-2D46-0FAA-4546-8D16F214E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307AB-AFA9-7C34-2D1A-22411B196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5FCE7-C7BD-A85F-F71E-1DB9BB29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67B0F-417E-3689-1B05-809DE635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5449A-A464-AD9B-EA01-7E4227E2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4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12425-ADC6-257C-3357-F489DDBC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FCDB2-0B69-4475-D229-DFB6CBED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C6B40-68BC-1D51-8F16-30CE9BC05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2FD52-D045-E2A1-2D69-0999305A2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57A710-C1F0-D58B-0403-897214406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DB298C-C1AF-DEDF-D1A9-AB3777D0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1FDB16-D48F-E74D-55CB-01BF8DE6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4BD23-F230-122E-1242-9818ED72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2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3889-9C08-532B-C157-A7C7A815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B1FDF-7676-E9A7-D69E-3BD4CC35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482A7-D330-B205-57EF-08DEDE0E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8899D-B131-0161-776D-17ED5A95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8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23841-3971-F128-7BBE-A052B072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07DF6-E832-2361-3D83-3EC175D2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A86E1-5447-060C-11EA-906CAB88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8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A911B-F9B7-D13B-3BF1-FA39C94B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FD5C-A993-310A-2819-974B6F90B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1D371-B46D-A5A6-9FA5-24424BFC0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2293E-D303-76CE-054F-A61BDC24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AF5D1-EA85-66DE-B62A-2D48D351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9FFCB-E1C9-E758-B48E-084B9EB5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8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B104-84B0-1C71-4096-C2E9ABB4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9A8B5-9503-657E-AD14-44C047944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ABC9D-EEE7-E62B-0047-1646CCB95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817F3-B679-8AB4-91DC-9EC583622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00223-151F-B014-B32C-1395E43D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0DCAD-66BE-962E-83B8-D6A87CAF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0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7990-3CF9-6EF9-D546-B4866154F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FB393-626B-2B3A-5D0C-0168EA1E4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25C5C-F21E-D608-9CFD-29A08C6C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886D-5534-4787-E198-078F1A80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674EB-FE3D-62F6-6855-C109F499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3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8651E-011D-C4DA-5DE1-A5DEB25CE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D36FF-86D2-A5CB-D227-9FDF16045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0D16E-8A9E-3B0D-45C7-DD705762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D92CD-6F5D-985C-7E9C-C7E0FCA9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CBEA-C2EF-34A6-BDEB-6DB0B17F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6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05441-3A90-2E53-06B0-E992D7D9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9A8D2-6E8A-273D-F52C-5308556B5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02F2D-1343-DEB2-B3E4-546C8810CC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BF00E-CA67-4D43-BF9D-64D6D8FB5B4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2E726-ADD9-812D-DE92-38092E470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BC3BA-2EF0-A09A-37F0-8B6819A58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557F3-3E6F-4C7C-A8ED-209FA9BA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9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34BF-2BE8-7407-1F5F-80B2C47DC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Day5 </a:t>
            </a:r>
          </a:p>
        </p:txBody>
      </p:sp>
    </p:spTree>
    <p:extLst>
      <p:ext uri="{BB962C8B-B14F-4D97-AF65-F5344CB8AC3E}">
        <p14:creationId xmlns:p14="http://schemas.microsoft.com/office/powerpoint/2010/main" val="387210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0FC1-808F-AD2A-AFD5-D30C8282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54631"/>
          </a:xfrm>
        </p:spPr>
        <p:txBody>
          <a:bodyPr/>
          <a:lstStyle/>
          <a:p>
            <a:r>
              <a:rPr lang="en-US" dirty="0"/>
              <a:t>What Is a Stored Procedure?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446E2-43A0-48A1-0BA8-3AD97FC0D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1411968"/>
            <a:ext cx="1051560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stored procedure</a:t>
            </a:r>
            <a:r>
              <a:rPr lang="en-US" dirty="0"/>
              <a:t> is a </a:t>
            </a:r>
            <a:r>
              <a:rPr lang="en-US" b="1" dirty="0"/>
              <a:t>precompiled block of SQL statements</a:t>
            </a:r>
            <a:r>
              <a:rPr lang="en-US" dirty="0"/>
              <a:t> stored in the database and executed when needed.</a:t>
            </a:r>
          </a:p>
          <a:p>
            <a:pPr marL="0" indent="0">
              <a:buNone/>
            </a:pPr>
            <a:r>
              <a:rPr lang="en-US" b="1" dirty="0"/>
              <a:t>Why Stored Procedures?</a:t>
            </a:r>
          </a:p>
          <a:p>
            <a:r>
              <a:rPr lang="en-US" dirty="0"/>
              <a:t>Better performance</a:t>
            </a:r>
          </a:p>
          <a:p>
            <a:r>
              <a:rPr lang="en-US" dirty="0"/>
              <a:t>Reusable logic</a:t>
            </a:r>
          </a:p>
          <a:p>
            <a:r>
              <a:rPr lang="en-US" dirty="0"/>
              <a:t>Reduced network traffic</a:t>
            </a:r>
          </a:p>
          <a:p>
            <a:r>
              <a:rPr lang="en-US" dirty="0"/>
              <a:t>Improved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2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160B-F0DE-1F3D-46CB-A68346CDB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Create Stored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AA975-1BAE-93A1-4149-ED2B6DC48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DELIMITER $$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CREATE PROCEDURE </a:t>
            </a:r>
            <a:r>
              <a:rPr lang="en-US" b="1" dirty="0" err="1">
                <a:highlight>
                  <a:srgbClr val="FFFF00"/>
                </a:highlight>
              </a:rPr>
              <a:t>get_employee_details</a:t>
            </a:r>
            <a:r>
              <a:rPr lang="en-US" b="1"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BEGIN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    SELECT * FROM employees;</a:t>
            </a:r>
          </a:p>
          <a:p>
            <a:pPr marL="0" indent="0">
              <a:buNone/>
            </a:pPr>
            <a:r>
              <a:rPr lang="en-US" dirty="0"/>
              <a:t>END$$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DELIMITER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Call Procedure</a:t>
            </a:r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 err="1"/>
              <a:t>get_employee_details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44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24F3-34CC-E7EF-7692-F620A4BA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Stored Procedure with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95CC-BD01-FEB8-8471-32A41384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CREATE PROCEDURE </a:t>
            </a:r>
            <a:r>
              <a:rPr lang="en-US" b="1" dirty="0" err="1">
                <a:solidFill>
                  <a:srgbClr val="FF0000"/>
                </a:solidFill>
              </a:rPr>
              <a:t>get_emp_by_dept</a:t>
            </a:r>
            <a:r>
              <a:rPr lang="en-US" b="1" dirty="0">
                <a:solidFill>
                  <a:srgbClr val="FF0000"/>
                </a:solidFill>
              </a:rPr>
              <a:t>(IN </a:t>
            </a:r>
            <a:r>
              <a:rPr lang="en-US" b="1" dirty="0" err="1">
                <a:solidFill>
                  <a:srgbClr val="FF0000"/>
                </a:solidFill>
              </a:rPr>
              <a:t>dept_name</a:t>
            </a:r>
            <a:r>
              <a:rPr lang="en-US" b="1" dirty="0">
                <a:solidFill>
                  <a:srgbClr val="FF0000"/>
                </a:solidFill>
              </a:rPr>
              <a:t> VARCHAR(20))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SELECT * FROM employees WHERE department = </a:t>
            </a:r>
            <a:r>
              <a:rPr lang="en-US" b="1" dirty="0" err="1">
                <a:solidFill>
                  <a:srgbClr val="FF0000"/>
                </a:solidFill>
              </a:rPr>
              <a:t>dept_name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CALL </a:t>
            </a:r>
            <a:r>
              <a:rPr lang="en-US" b="1" dirty="0" err="1"/>
              <a:t>get_emp_by_dept</a:t>
            </a:r>
            <a:r>
              <a:rPr lang="en-US" b="1" dirty="0"/>
              <a:t>('IT');</a:t>
            </a:r>
          </a:p>
        </p:txBody>
      </p:sp>
    </p:spTree>
    <p:extLst>
      <p:ext uri="{BB962C8B-B14F-4D97-AF65-F5344CB8AC3E}">
        <p14:creationId xmlns:p14="http://schemas.microsoft.com/office/powerpoint/2010/main" val="348142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71A6-A1D9-BF5B-159D-215AE1764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 User Defined Function (UDF)?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187E-4D66-7B66-70C7-894B0B254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" y="1144588"/>
            <a:ext cx="11898086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User Defined Function</a:t>
            </a:r>
            <a:r>
              <a:rPr lang="en-US" dirty="0"/>
              <a:t> returns </a:t>
            </a:r>
            <a:r>
              <a:rPr lang="en-US" b="1" dirty="0"/>
              <a:t>a single value</a:t>
            </a:r>
            <a:r>
              <a:rPr lang="en-US" dirty="0"/>
              <a:t> and can be used inside SQL queries.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DELIMITER $$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CREATE FUNCTION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calculate_bonus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(salary DECIMAL(10,2))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RETURNS DECIMAL(10,2)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DETERMINISTIC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BEGIN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   RETURN salary * 0.10;</a:t>
            </a:r>
          </a:p>
          <a:p>
            <a:pPr marL="0" indent="0">
              <a:buNone/>
            </a:pPr>
            <a:r>
              <a:rPr lang="en-US" dirty="0"/>
              <a:t>END$$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SELECT </a:t>
            </a:r>
            <a:r>
              <a:rPr lang="en-US" b="1" dirty="0" err="1">
                <a:highlight>
                  <a:srgbClr val="FFFF00"/>
                </a:highlight>
              </a:rPr>
              <a:t>emp_name</a:t>
            </a:r>
            <a:r>
              <a:rPr lang="en-US" b="1" dirty="0">
                <a:highlight>
                  <a:srgbClr val="FFFF00"/>
                </a:highlight>
              </a:rPr>
              <a:t>, </a:t>
            </a:r>
            <a:r>
              <a:rPr lang="en-US" b="1" dirty="0" err="1">
                <a:highlight>
                  <a:srgbClr val="FFFF00"/>
                </a:highlight>
              </a:rPr>
              <a:t>calculate_bonus</a:t>
            </a:r>
            <a:r>
              <a:rPr lang="en-US" b="1" dirty="0">
                <a:highlight>
                  <a:srgbClr val="FFFF00"/>
                </a:highlight>
              </a:rPr>
              <a:t>(salary) AS bonus FROM employees;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37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617B-A6CA-0AE5-810E-189292B65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19945"/>
          </a:xfrm>
        </p:spPr>
        <p:txBody>
          <a:bodyPr/>
          <a:lstStyle/>
          <a:p>
            <a:r>
              <a:rPr lang="en-US" dirty="0"/>
              <a:t>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0EDF9-EE00-E1F0-B525-A837B9C1B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830"/>
            <a:ext cx="12192000" cy="58891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index</a:t>
            </a:r>
            <a:r>
              <a:rPr lang="en-US" dirty="0"/>
              <a:t> improves query performance by allowing faster data retrieval.</a:t>
            </a:r>
          </a:p>
          <a:p>
            <a:endParaRPr lang="en-US" dirty="0"/>
          </a:p>
          <a:p>
            <a:r>
              <a:rPr lang="en-US" dirty="0"/>
              <a:t>CREATE INDEX </a:t>
            </a:r>
            <a:r>
              <a:rPr lang="en-US" dirty="0" err="1"/>
              <a:t>idx_emp_name</a:t>
            </a:r>
            <a:r>
              <a:rPr lang="en-US" dirty="0"/>
              <a:t> ON employees(</a:t>
            </a:r>
            <a:r>
              <a:rPr lang="en-US" dirty="0" err="1"/>
              <a:t>emp_name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SHOW INDEXES FROM employees;</a:t>
            </a:r>
          </a:p>
          <a:p>
            <a:endParaRPr lang="en-US" dirty="0"/>
          </a:p>
          <a:p>
            <a:r>
              <a:rPr lang="en-US" dirty="0"/>
              <a:t>DROP INDEX </a:t>
            </a:r>
            <a:r>
              <a:rPr lang="en-US" dirty="0" err="1"/>
              <a:t>idx_emp_name</a:t>
            </a:r>
            <a:r>
              <a:rPr lang="en-US" dirty="0"/>
              <a:t> ON employees;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When to Use Index?</a:t>
            </a:r>
          </a:p>
          <a:p>
            <a:r>
              <a:rPr lang="en-US" b="1" dirty="0">
                <a:solidFill>
                  <a:srgbClr val="FF0000"/>
                </a:solidFill>
              </a:rPr>
              <a:t>Columns in WHERE</a:t>
            </a:r>
          </a:p>
          <a:p>
            <a:r>
              <a:rPr lang="en-US" b="1" dirty="0">
                <a:solidFill>
                  <a:srgbClr val="FF0000"/>
                </a:solidFill>
              </a:rPr>
              <a:t>Columns in JOIN</a:t>
            </a:r>
          </a:p>
          <a:p>
            <a:r>
              <a:rPr lang="en-US" b="1" dirty="0">
                <a:solidFill>
                  <a:srgbClr val="FF0000"/>
                </a:solidFill>
              </a:rPr>
              <a:t>Columns in ORDER BY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8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55B0-BDE0-049A-DC60-9F43C75A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758E9-8A54-571F-1460-A06A8A393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view</a:t>
            </a:r>
            <a:r>
              <a:rPr lang="en-US" dirty="0"/>
              <a:t> is a </a:t>
            </a:r>
            <a:r>
              <a:rPr lang="en-US" b="1" dirty="0"/>
              <a:t>virtual table</a:t>
            </a:r>
            <a:r>
              <a:rPr lang="en-US" dirty="0"/>
              <a:t> created from a SQL query.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VIEW </a:t>
            </a:r>
            <a:r>
              <a:rPr lang="en-US" dirty="0" err="1"/>
              <a:t>emp_view</a:t>
            </a:r>
            <a:r>
              <a:rPr lang="en-US" dirty="0"/>
              <a:t> AS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emp_id</a:t>
            </a:r>
            <a:r>
              <a:rPr lang="en-US" dirty="0"/>
              <a:t>, </a:t>
            </a:r>
            <a:r>
              <a:rPr lang="en-US" dirty="0" err="1"/>
              <a:t>emp_name</a:t>
            </a:r>
            <a:r>
              <a:rPr lang="en-US" dirty="0"/>
              <a:t>, dept, salary</a:t>
            </a:r>
          </a:p>
          <a:p>
            <a:pPr marL="0" indent="0">
              <a:buNone/>
            </a:pPr>
            <a:r>
              <a:rPr lang="en-US" dirty="0"/>
              <a:t>FROM employees;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emp_view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DROP VIEW </a:t>
            </a:r>
            <a:r>
              <a:rPr lang="en-US" dirty="0" err="1"/>
              <a:t>emp_view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3085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54C84-DFCD-7E1F-261B-963855E0A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450B3-4529-EF22-4382-521EAB351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0491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trigger</a:t>
            </a:r>
            <a:r>
              <a:rPr lang="en-US" dirty="0"/>
              <a:t> is a set of SQL statements that automatically executes </a:t>
            </a:r>
            <a:r>
              <a:rPr lang="en-US" b="1" dirty="0"/>
              <a:t>before or after</a:t>
            </a:r>
            <a:r>
              <a:rPr lang="en-US" dirty="0"/>
              <a:t> an event.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Types of Triggers</a:t>
            </a:r>
          </a:p>
          <a:p>
            <a:r>
              <a:rPr lang="en-US" dirty="0"/>
              <a:t>BEFORE INSERT</a:t>
            </a:r>
          </a:p>
          <a:p>
            <a:r>
              <a:rPr lang="en-US" dirty="0"/>
              <a:t>AFTER INSERT</a:t>
            </a:r>
          </a:p>
          <a:p>
            <a:r>
              <a:rPr lang="en-US" dirty="0"/>
              <a:t>BEFORE UPDATE</a:t>
            </a:r>
          </a:p>
          <a:p>
            <a:r>
              <a:rPr lang="en-US" dirty="0"/>
              <a:t>AFTER UPDATE</a:t>
            </a:r>
          </a:p>
          <a:p>
            <a:r>
              <a:rPr lang="en-US" dirty="0"/>
              <a:t>BEFORE DELETE</a:t>
            </a:r>
          </a:p>
          <a:p>
            <a:r>
              <a:rPr lang="en-US" dirty="0"/>
              <a:t>AFTER DELETE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71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7831-4128-5755-FA9C-BBCC3D5B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BEFORE INSERT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F68E-F114-2045-5D90-3BD27EFAE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DELIMITER $$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err="1"/>
              <a:t>before_insert_emp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BEFORE INSERT ON employees</a:t>
            </a:r>
          </a:p>
          <a:p>
            <a:pPr marL="0" indent="0">
              <a:buNone/>
            </a:pPr>
            <a:r>
              <a:rPr lang="en-US" dirty="0"/>
              <a:t>FOR EACH ROW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 SET </a:t>
            </a:r>
            <a:r>
              <a:rPr lang="en-US" dirty="0" err="1"/>
              <a:t>NEW.salary</a:t>
            </a:r>
            <a:r>
              <a:rPr lang="en-US" dirty="0"/>
              <a:t> = IFNULL(</a:t>
            </a:r>
            <a:r>
              <a:rPr lang="en-US" dirty="0" err="1"/>
              <a:t>NEW.salary</a:t>
            </a:r>
            <a:r>
              <a:rPr lang="en-US" dirty="0"/>
              <a:t>, 30000);</a:t>
            </a:r>
          </a:p>
          <a:p>
            <a:pPr marL="0" indent="0">
              <a:buNone/>
            </a:pPr>
            <a:r>
              <a:rPr lang="en-US" dirty="0"/>
              <a:t>END$$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DELIMITER ;</a:t>
            </a:r>
          </a:p>
        </p:txBody>
      </p:sp>
    </p:spTree>
    <p:extLst>
      <p:ext uri="{BB962C8B-B14F-4D97-AF65-F5344CB8AC3E}">
        <p14:creationId xmlns:p14="http://schemas.microsoft.com/office/powerpoint/2010/main" val="4269204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D539AA-1896-AFE7-4CAC-2B682D427AF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7335420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344491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209362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372067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70163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Stored Procedure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Trigger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611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Mandatory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Table-like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974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74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IN/OUT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889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abstraction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159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609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9401-4BEE-D91A-290A-E53F8A6B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6588C-2A8C-1859-671A-825C847712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121451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5418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597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Salary calculation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030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audit logging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Trigger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54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 simplification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82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Procedure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94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Query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387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753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418</Words>
  <Application>Microsoft Office PowerPoint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Day5 </vt:lpstr>
      <vt:lpstr>What Is a Stored Procedure?</vt:lpstr>
      <vt:lpstr>Create Stored Procedure</vt:lpstr>
      <vt:lpstr>Stored Procedure with Parameters</vt:lpstr>
      <vt:lpstr>What Is a User Defined Function (UDF)?</vt:lpstr>
      <vt:lpstr>Indexes</vt:lpstr>
      <vt:lpstr>Views</vt:lpstr>
      <vt:lpstr>Trigger</vt:lpstr>
      <vt:lpstr>BEFORE INSERT Trigger</vt:lpstr>
      <vt:lpstr>PowerPoint Presentation</vt:lpstr>
      <vt:lpstr>Real-Time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9</cp:revision>
  <dcterms:created xsi:type="dcterms:W3CDTF">2026-02-06T17:35:34Z</dcterms:created>
  <dcterms:modified xsi:type="dcterms:W3CDTF">2026-02-11T07:05:15Z</dcterms:modified>
</cp:coreProperties>
</file>