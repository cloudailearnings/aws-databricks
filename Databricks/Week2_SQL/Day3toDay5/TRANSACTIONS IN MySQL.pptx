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B08C-F0C0-3866-10D0-C0E97A2DF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AF4BA-57C4-6F95-D303-8341ED11F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13989-1BBA-535F-CC55-E0B554E2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C989B-25B5-CC8A-B324-96BEE3F44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74D10-CE67-23D4-19C5-BF949960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4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FDF5-4297-5ADE-2220-380DC2A0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DE75C-0A51-F9E7-5675-FABB32769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2178E-C08F-2604-911C-AD2165BC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422EC-FA15-C8C4-8269-495B718A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70951-C696-60D5-76FF-B5E9DB97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A49F-9080-9669-C05B-AF3800B9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00B41-23A0-DAE7-A25E-EA836DB4F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3DD84-3D65-2DEF-F62D-4C796054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E894C-A5F5-8EE6-36E9-42A60679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38A27-5AF3-598E-E724-1D8E8744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0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55FA-DF63-78D4-256A-B4F925E8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76D61-734D-7D2D-5345-958B598A1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811A8-50AB-6F73-53DA-C68074200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D8093-6206-4C03-5A45-F2390F13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2AE48-8AAB-F5B8-82BF-B2579A16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5111E-BFAF-908B-1A0B-CA35AAD9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E841-962C-9018-EF6A-7129EA19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526B8-7EDC-2DB4-A94A-FB937F23E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90879-80CC-3924-7B2D-251E06531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6B1791-595B-1373-8704-9A52ED589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6554F-C3B4-3983-8B76-1190DABF4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2C4586-F14D-21D3-9AD8-66FF4047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6666D7-07AE-BC5C-C859-522CE704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D4FB3-C530-9406-F6C0-685B0C5A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B83F-169D-28FF-5CB1-7CC65372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FE70E9-5779-BE52-108C-D149E31C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56011-8950-C701-57A1-67A63985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5D35-CF07-8BCE-4D9A-749A3E34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4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ACBD4-A2C4-BEAC-56F4-5FCB8947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666E8-F3EA-18B3-9316-B7C1F4F5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5160D-CF4D-D7E2-8169-AF05EB2B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56C-2D04-16E2-3AEE-C10C4380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1579F-9C8B-E892-BE58-75A5695F1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22B60-034C-AC48-DFD3-B6E806611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9DCCC-DA85-5D09-FAC3-2375AD80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E004-C0C1-6F71-F575-C58CEA58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FC598-2716-1453-A426-B6EF8E46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500E-A637-B305-4F86-460B92A87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0AB964-52BF-A8AC-E36A-C93FFB1E0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F57F8-6532-7A44-5899-D8BB474CB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7BF66-264F-6279-01EE-73B62238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73B4C-ABD8-4FFB-EB55-3624B80E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F0722-2E6C-2312-683C-ED853BEE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61A1-C96D-9436-A40B-6CF66EE0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78030-90BF-33E1-A27D-DBC05F631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E88EE-C6BF-6440-AD3D-E73CC3748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E9103-2605-F0D2-9BC2-EE5F7870A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1B384-DD7E-B790-900B-E562CCF3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4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6D24E-4705-C84B-3973-C3670658D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29114-C94C-3067-A0BA-347DA4C89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2C7A8-6247-FECF-E58B-4211F8AB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EDC9-FF34-0879-0A1D-A174DAB7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F9A35-9350-74A6-2246-3622F950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4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9CB09-1AFC-2D21-02D7-CB7ADF70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37845-5182-2CAB-2851-674CB5907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EA568-01F8-413E-9721-2C50F5910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34918-2E67-48A3-8BA5-E4F0C606767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CA263-441A-A1C3-EBD0-67909ED5D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4D465-3C9A-9CEE-3506-2904FD34B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6ACA3-9B42-4F9B-9DF8-C2948B9E2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F3EA-FA50-5924-3BC2-D246836FF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TRANSACTIONS IN MySQL</a:t>
            </a:r>
          </a:p>
        </p:txBody>
      </p:sp>
    </p:spTree>
    <p:extLst>
      <p:ext uri="{BB962C8B-B14F-4D97-AF65-F5344CB8AC3E}">
        <p14:creationId xmlns:p14="http://schemas.microsoft.com/office/powerpoint/2010/main" val="100027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95B3-1B1A-FDD2-0BE1-052F4BD4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 Transaction?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37B6-70E1-6626-346E-E124172CB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" y="1379310"/>
            <a:ext cx="11713029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transaction</a:t>
            </a:r>
            <a:r>
              <a:rPr lang="en-US" dirty="0"/>
              <a:t> is a </a:t>
            </a:r>
            <a:r>
              <a:rPr lang="en-US" b="1" dirty="0"/>
              <a:t>logical unit of work</a:t>
            </a:r>
            <a:r>
              <a:rPr lang="en-US" dirty="0"/>
              <a:t> that contains one or more SQL statements which must be executed </a:t>
            </a:r>
            <a:r>
              <a:rPr lang="en-US" b="1" dirty="0"/>
              <a:t>together</a:t>
            </a:r>
            <a:r>
              <a:rPr lang="en-US" dirty="0"/>
              <a:t>.</a:t>
            </a:r>
          </a:p>
          <a:p>
            <a:r>
              <a:rPr lang="en-US" dirty="0"/>
              <a:t>👉 Either </a:t>
            </a:r>
            <a:r>
              <a:rPr lang="en-US" b="1" dirty="0"/>
              <a:t>all statements succeed</a:t>
            </a:r>
            <a:r>
              <a:rPr lang="en-US" dirty="0"/>
              <a:t> or </a:t>
            </a:r>
            <a:r>
              <a:rPr lang="en-US" b="1" dirty="0"/>
              <a:t>none of them are applied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 (Bank Transfer)</a:t>
            </a:r>
          </a:p>
          <a:p>
            <a:pPr marL="0" indent="0">
              <a:buNone/>
            </a:pPr>
            <a:r>
              <a:rPr lang="en-US" dirty="0"/>
              <a:t>START TRANSACTION;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UPDATE accounts SET balance = balance - 500 WHERE </a:t>
            </a:r>
            <a:r>
              <a:rPr lang="en-US" dirty="0" err="1"/>
              <a:t>acc_id</a:t>
            </a:r>
            <a:r>
              <a:rPr lang="en-US" dirty="0"/>
              <a:t> = 101;</a:t>
            </a:r>
          </a:p>
          <a:p>
            <a:pPr marL="0" indent="0">
              <a:buNone/>
            </a:pPr>
            <a:r>
              <a:rPr lang="en-US" dirty="0"/>
              <a:t>UPDATE accounts SET balance = balance + 500 WHERE </a:t>
            </a:r>
            <a:r>
              <a:rPr lang="en-US" dirty="0" err="1"/>
              <a:t>acc_id</a:t>
            </a:r>
            <a:r>
              <a:rPr lang="en-US" dirty="0"/>
              <a:t> = 102;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COMMIT;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Both updates succeed → money transferred</a:t>
            </a:r>
            <a:br>
              <a:rPr lang="en-US" dirty="0"/>
            </a:br>
            <a:r>
              <a:rPr lang="en-US" dirty="0"/>
              <a:t>❌ Any failure → rollback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2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440B-FC6C-D0C3-EDD8-27674B45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19945"/>
          </a:xfrm>
        </p:spPr>
        <p:txBody>
          <a:bodyPr/>
          <a:lstStyle/>
          <a:p>
            <a:r>
              <a:rPr lang="en-US" dirty="0"/>
              <a:t>ACID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69B2B-3FE3-76DC-506A-EB19EE065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139824"/>
            <a:ext cx="10515600" cy="57181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 – Atomicity</a:t>
            </a:r>
          </a:p>
          <a:p>
            <a:r>
              <a:rPr lang="en-US" dirty="0"/>
              <a:t>All or nothing.</a:t>
            </a:r>
          </a:p>
          <a:p>
            <a:r>
              <a:rPr lang="en-US" dirty="0"/>
              <a:t>ROLLBACK;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 – Consistency</a:t>
            </a:r>
          </a:p>
          <a:p>
            <a:r>
              <a:rPr lang="en-US" dirty="0"/>
              <a:t>Transaction moves DB from one valid state to another.</a:t>
            </a:r>
          </a:p>
          <a:p>
            <a:pPr marL="0" indent="0">
              <a:buNone/>
            </a:pPr>
            <a:r>
              <a:rPr lang="en-US" dirty="0"/>
              <a:t>✔ Constraints, keys, rules preserved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 – Isolation</a:t>
            </a:r>
          </a:p>
          <a:p>
            <a:r>
              <a:rPr lang="en-US" dirty="0"/>
              <a:t>Transactions don’t interfere with each other.</a:t>
            </a:r>
          </a:p>
          <a:p>
            <a:r>
              <a:rPr lang="en-US" dirty="0"/>
              <a:t>SET TRANSACTION ISOLATION LEVEL READ COMMITTED;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D – Durability</a:t>
            </a:r>
          </a:p>
          <a:p>
            <a:r>
              <a:rPr lang="en-US" dirty="0"/>
              <a:t>Once committed, data </a:t>
            </a:r>
            <a:r>
              <a:rPr lang="en-US" b="1" dirty="0"/>
              <a:t>persists even after crash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✔ Stored on disk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4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8A89-26FB-0158-9E0A-BC06BDCD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Transaction Properties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2B24D3-E1C1-4611-D0FF-B9CA8B8FE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0048761"/>
              </p:ext>
            </p:extLst>
          </p:nvPr>
        </p:nvGraphicFramePr>
        <p:xfrm>
          <a:off x="424543" y="172617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245098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0664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42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Atomic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Complete or rollback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95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Consistent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rules maintained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010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Isolated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dirty reads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822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Durable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143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60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CD177-F9C7-82D0-C522-A325EF3F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CRUD Operations in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E485B-9BE6-9CD4-4012-881B768D0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1162843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CREATE</a:t>
            </a:r>
          </a:p>
          <a:p>
            <a:r>
              <a:rPr lang="en-US" dirty="0"/>
              <a:t>INSERT INTO orders VALUES (1, 'Laptop', 1);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READ</a:t>
            </a:r>
          </a:p>
          <a:p>
            <a:r>
              <a:rPr lang="en-US" dirty="0"/>
              <a:t>SELECT * FROM orders;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UPDATE</a:t>
            </a:r>
          </a:p>
          <a:p>
            <a:r>
              <a:rPr lang="en-US" dirty="0"/>
              <a:t>UPDATE orders SET quantity = 2 WHERE </a:t>
            </a:r>
            <a:r>
              <a:rPr lang="en-US" dirty="0" err="1"/>
              <a:t>order_id</a:t>
            </a:r>
            <a:r>
              <a:rPr lang="en-US" dirty="0"/>
              <a:t> = 1;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DELETE</a:t>
            </a:r>
          </a:p>
          <a:p>
            <a:r>
              <a:rPr lang="en-US" dirty="0"/>
              <a:t>DELETE FROM orders WHERE </a:t>
            </a:r>
            <a:r>
              <a:rPr lang="en-US" dirty="0" err="1"/>
              <a:t>order_id</a:t>
            </a:r>
            <a:r>
              <a:rPr lang="en-US" dirty="0"/>
              <a:t> = 1;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1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8AAFA-B6CA-66AA-AB6F-1ECB2562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30831"/>
          </a:xfrm>
        </p:spPr>
        <p:txBody>
          <a:bodyPr/>
          <a:lstStyle/>
          <a:p>
            <a:r>
              <a:rPr lang="en-US" dirty="0"/>
              <a:t>Transaction Commands (Commit / Rollback)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568B7-9F47-B2FA-534F-3A6410C0A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7971" y="1074511"/>
            <a:ext cx="10515600" cy="57652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START TRANSACTION</a:t>
            </a:r>
          </a:p>
          <a:p>
            <a:r>
              <a:rPr lang="en-US" dirty="0"/>
              <a:t>START TRANSACTION;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COMMIT</a:t>
            </a:r>
          </a:p>
          <a:p>
            <a:r>
              <a:rPr lang="en-US" dirty="0"/>
              <a:t>Saves all changes permanently.</a:t>
            </a:r>
          </a:p>
          <a:p>
            <a:r>
              <a:rPr lang="en-US" dirty="0"/>
              <a:t>COMMIT;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ROLLBACK</a:t>
            </a:r>
          </a:p>
          <a:p>
            <a:r>
              <a:rPr lang="en-US" dirty="0"/>
              <a:t>Undoes all changes since last commit.</a:t>
            </a:r>
          </a:p>
          <a:p>
            <a:r>
              <a:rPr lang="en-US" dirty="0"/>
              <a:t>ROLLBACK;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SAVEPOINT</a:t>
            </a:r>
          </a:p>
          <a:p>
            <a:r>
              <a:rPr lang="en-US" dirty="0"/>
              <a:t>Creates a checkpoint inside a transaction.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6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4179-5023-72A7-8336-5CE13A922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8" y="715282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START TRANSACTION;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UPDATE accounts SET balance = balance - 100 WHERE </a:t>
            </a:r>
            <a:r>
              <a:rPr lang="en-US" dirty="0" err="1"/>
              <a:t>acc_id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dirty="0"/>
              <a:t>SAVEPOINT sp1;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UPDATE accounts SET balance = balance - 100 WHERE </a:t>
            </a:r>
            <a:r>
              <a:rPr lang="en-US" dirty="0" err="1"/>
              <a:t>acc_id</a:t>
            </a:r>
            <a:r>
              <a:rPr lang="en-US" dirty="0"/>
              <a:t> = 2;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ROLLBACK TO sp1;</a:t>
            </a:r>
          </a:p>
          <a:p>
            <a:pPr marL="0" indent="0">
              <a:buNone/>
            </a:pPr>
            <a:r>
              <a:rPr lang="en-US" dirty="0"/>
              <a:t>COMMIT;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✔ First update kept</a:t>
            </a:r>
          </a:p>
          <a:p>
            <a:pPr marL="0" indent="0">
              <a:buNone/>
            </a:pPr>
            <a:r>
              <a:rPr lang="en-US" dirty="0"/>
              <a:t>❌ Second update undone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00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BF7A-DF47-8FA8-26B2-1E18A88D1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Auto-Commit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64E77-243C-C597-481B-5ED195354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Check Auto-Commit: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Disable Auto-Commit</a:t>
            </a:r>
          </a:p>
          <a:p>
            <a:r>
              <a:rPr lang="en-US" dirty="0"/>
              <a:t>SET </a:t>
            </a:r>
            <a:r>
              <a:rPr lang="en-US" dirty="0" err="1"/>
              <a:t>autocommit</a:t>
            </a:r>
            <a:r>
              <a:rPr lang="en-US" dirty="0"/>
              <a:t> = 0;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64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332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TRANSACTIONS IN MySQL</vt:lpstr>
      <vt:lpstr>What Is a Transaction?</vt:lpstr>
      <vt:lpstr>ACID Properties</vt:lpstr>
      <vt:lpstr>Transaction Properties</vt:lpstr>
      <vt:lpstr>CRUD Operations in Transactions</vt:lpstr>
      <vt:lpstr>Transaction Commands (Commit / Rollback)</vt:lpstr>
      <vt:lpstr>PowerPoint Presentation</vt:lpstr>
      <vt:lpstr>Auto-Commit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4</cp:revision>
  <dcterms:created xsi:type="dcterms:W3CDTF">2026-02-06T17:27:10Z</dcterms:created>
  <dcterms:modified xsi:type="dcterms:W3CDTF">2026-02-06T17:34:24Z</dcterms:modified>
</cp:coreProperties>
</file>